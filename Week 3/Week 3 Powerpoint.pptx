
<file path=[Content_Types].xml><?xml version="1.0" encoding="utf-8"?>
<Types xmlns="http://schemas.openxmlformats.org/package/2006/content-types">
  <Default Extension="xml" ContentType="application/vnd.openxmlformats-package.core-properties+xml"/>
  <Default Extension="emf" ContentType="image/x-emf"/>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2b01bcefaa454c" /><Relationship Type="http://schemas.openxmlformats.org/officeDocument/2006/relationships/extended-properties" Target="/docProps/app.xml" Id="R186e63f514724b7e" /><Relationship Type="http://schemas.openxmlformats.org/officeDocument/2006/relationships/officeDocument" Target="/ppt/presentation.xml" Id="R63dad3e515ec4c5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18c836370464cda"/>
  </p:sldMasterIdLst>
  <p:notesMasterIdLst>
    <p:notesMasterId xmlns:r="http://schemas.openxmlformats.org/officeDocument/2006/relationships" r:id="Rb0e2ff8a42f342ea"/>
  </p:notesMasterIdLst>
  <p:sldIdLst>
    <p:sldId xmlns:r="http://schemas.openxmlformats.org/officeDocument/2006/relationships" id="256" r:id="Rb9588081e42c4430"/>
    <p:sldId xmlns:r="http://schemas.openxmlformats.org/officeDocument/2006/relationships" id="257" r:id="Rba7087d806bd4d5f"/>
    <p:sldId xmlns:r="http://schemas.openxmlformats.org/officeDocument/2006/relationships" id="258" r:id="R6985c2be619c4bd7"/>
    <p:sldId xmlns:r="http://schemas.openxmlformats.org/officeDocument/2006/relationships" id="259" r:id="R3bcf9f67471042b4"/>
    <p:sldId xmlns:r="http://schemas.openxmlformats.org/officeDocument/2006/relationships" id="260" r:id="R6a6ccc69bc4c448a"/>
    <p:sldId xmlns:r="http://schemas.openxmlformats.org/officeDocument/2006/relationships" id="261" r:id="R0a191982ae124c58"/>
    <p:sldId xmlns:r="http://schemas.openxmlformats.org/officeDocument/2006/relationships" id="262" r:id="R4f005f9270d640a3"/>
    <p:sldId xmlns:r="http://schemas.openxmlformats.org/officeDocument/2006/relationships" id="263" r:id="Read8c427d47e4ede"/>
    <p:sldId xmlns:r="http://schemas.openxmlformats.org/officeDocument/2006/relationships" id="264" r:id="R79df7b68c39f4f76"/>
    <p:sldId xmlns:r="http://schemas.openxmlformats.org/officeDocument/2006/relationships" id="265" r:id="Rc31ca8eebc9242d9"/>
    <p:sldId xmlns:r="http://schemas.openxmlformats.org/officeDocument/2006/relationships" id="266" r:id="Rd602462a8a6244a3"/>
    <p:sldId xmlns:r="http://schemas.openxmlformats.org/officeDocument/2006/relationships" id="267" r:id="Raef3b725158542ab"/>
    <p:sldId xmlns:r="http://schemas.openxmlformats.org/officeDocument/2006/relationships" id="268" r:id="R6248235663164772"/>
    <p:sldId xmlns:r="http://schemas.openxmlformats.org/officeDocument/2006/relationships" id="269" r:id="Rfab9e0a8317241e8"/>
    <p:sldId xmlns:r="http://schemas.openxmlformats.org/officeDocument/2006/relationships" id="270" r:id="Rc0ed39b8b0f14563"/>
    <p:sldId xmlns:r="http://schemas.openxmlformats.org/officeDocument/2006/relationships" id="271" r:id="R4d92b267bd854c40"/>
    <p:sldId xmlns:r="http://schemas.openxmlformats.org/officeDocument/2006/relationships" id="272" r:id="R708bdf8ed67345da"/>
    <p:sldId xmlns:r="http://schemas.openxmlformats.org/officeDocument/2006/relationships" id="273" r:id="Rf6adfbddf4244a95"/>
    <p:sldId xmlns:r="http://schemas.openxmlformats.org/officeDocument/2006/relationships" id="274" r:id="Rd3e368e8be7b4cf7"/>
    <p:sldId xmlns:r="http://schemas.openxmlformats.org/officeDocument/2006/relationships" id="275" r:id="R12f2d7b15ab346f6"/>
    <p:sldId xmlns:r="http://schemas.openxmlformats.org/officeDocument/2006/relationships" id="276" r:id="Rb304d7bb673a4a6d"/>
    <p:sldId xmlns:r="http://schemas.openxmlformats.org/officeDocument/2006/relationships" id="277" r:id="Re1532c85c753406b"/>
    <p:sldId xmlns:r="http://schemas.openxmlformats.org/officeDocument/2006/relationships" id="278" r:id="Rdd22f779a0ca4bc5"/>
    <p:sldId xmlns:r="http://schemas.openxmlformats.org/officeDocument/2006/relationships" id="279" r:id="R7730a517c8264130"/>
    <p:sldId xmlns:r="http://schemas.openxmlformats.org/officeDocument/2006/relationships" id="280" r:id="Rbf749235003a4018"/>
    <p:sldId xmlns:r="http://schemas.openxmlformats.org/officeDocument/2006/relationships" id="281" r:id="R2b1bbc7c79eb4fe3"/>
  </p:sldIdLst>
  <p:sldSz cx="12192000" cy="6858000"/>
  <p:notesSz cx="6858000" cy="9144000"/>
  <p:embeddedFontLst>
    <p:embeddedFont>
      <p:font typeface="Adobe Garamond Pro Bold"/>
      <p:bold xmlns:r="http://schemas.openxmlformats.org/officeDocument/2006/relationships" r:id="Rdb831645bb0d4ad7"/>
      <p:italic xmlns:r="http://schemas.openxmlformats.org/officeDocument/2006/relationships" r:id="R68559724ea154545"/>
      <p:boldItalic xmlns:r="http://schemas.openxmlformats.org/officeDocument/2006/relationships" r:id="Rd223f2d8ee07450e"/>
    </p:embeddedFont>
    <p:embeddedFont>
      <p:font typeface="Apex New Book"/>
      <p:regular xmlns:r="http://schemas.openxmlformats.org/officeDocument/2006/relationships" r:id="R9c77b7005d204cf8"/>
    </p:embeddedFont>
    <p:embeddedFont>
      <p:font typeface="Apex New Book Italic"/>
      <p:italic xmlns:r="http://schemas.openxmlformats.org/officeDocument/2006/relationships" r:id="R313f68671fe941e7"/>
    </p:embeddedFont>
    <p:embeddedFont>
      <p:font typeface="Apex New Light"/>
      <p:regular xmlns:r="http://schemas.openxmlformats.org/officeDocument/2006/relationships" r:id="Re8310afd391c4d5d"/>
    </p:embeddedFont>
    <p:embeddedFont>
      <p:font typeface="Century Gothic"/>
      <p:regular xmlns:r="http://schemas.openxmlformats.org/officeDocument/2006/relationships" r:id="R23a9eb28418643f9"/>
      <p:bold xmlns:r="http://schemas.openxmlformats.org/officeDocument/2006/relationships" r:id="R846ab58f0ae74554"/>
      <p:italic xmlns:r="http://schemas.openxmlformats.org/officeDocument/2006/relationships" r:id="R4fe408067ef5428c"/>
      <p:boldItalic xmlns:r="http://schemas.openxmlformats.org/officeDocument/2006/relationships" r:id="Rb90adc179dfc47c1"/>
    </p:embeddedFont>
    <p:embeddedFont>
      <p:font typeface="Garamond"/>
      <p:regular xmlns:r="http://schemas.openxmlformats.org/officeDocument/2006/relationships" r:id="R090acf049a804247"/>
      <p:bold xmlns:r="http://schemas.openxmlformats.org/officeDocument/2006/relationships" r:id="R9bd8fc96e96841c9"/>
      <p:italic xmlns:r="http://schemas.openxmlformats.org/officeDocument/2006/relationships" r:id="R3cd5b6dd49f84243"/>
      <p:boldItalic xmlns:r="http://schemas.openxmlformats.org/officeDocument/2006/relationships" r:id="Rd0ee9e2c9b814fe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837eaede6c741ce" /><Relationship Type="http://schemas.openxmlformats.org/officeDocument/2006/relationships/slideMaster" Target="/ppt/slideMasters/slideMaster1.xml" Id="Rb18c836370464cda" /><Relationship Type="http://schemas.openxmlformats.org/officeDocument/2006/relationships/notesMaster" Target="/ppt/notesMasters/notesMaster1.xml" Id="Rb0e2ff8a42f342ea" /><Relationship Type="http://schemas.openxmlformats.org/officeDocument/2006/relationships/presProps" Target="/ppt/presProps.xml" Id="Rac72b918f15248e4" /><Relationship Type="http://schemas.openxmlformats.org/officeDocument/2006/relationships/viewProps" Target="/ppt/viewProps.xml" Id="Re60e4962399246b1" /><Relationship Type="http://schemas.openxmlformats.org/officeDocument/2006/relationships/tableStyles" Target="/ppt/tableStyles.xml" Id="R60b9a68d0ff84a76" /><Relationship Type="http://schemas.openxmlformats.org/officeDocument/2006/relationships/font" Target="/ppt/fonts/font.dat" Id="Rdb831645bb0d4ad7" /><Relationship Type="http://schemas.openxmlformats.org/officeDocument/2006/relationships/font" Target="/ppt/fonts/font2.dat" Id="R68559724ea154545" /><Relationship Type="http://schemas.openxmlformats.org/officeDocument/2006/relationships/font" Target="/ppt/fonts/font3.dat" Id="Rd223f2d8ee07450e" /><Relationship Type="http://schemas.openxmlformats.org/officeDocument/2006/relationships/font" Target="/ppt/fonts/font4.dat" Id="R9c77b7005d204cf8" /><Relationship Type="http://schemas.openxmlformats.org/officeDocument/2006/relationships/font" Target="/ppt/fonts/font5.dat" Id="R313f68671fe941e7" /><Relationship Type="http://schemas.openxmlformats.org/officeDocument/2006/relationships/font" Target="/ppt/fonts/font6.dat" Id="Re8310afd391c4d5d" /><Relationship Type="http://schemas.openxmlformats.org/officeDocument/2006/relationships/font" Target="/ppt/fonts/font7.dat" Id="R23a9eb28418643f9" /><Relationship Type="http://schemas.openxmlformats.org/officeDocument/2006/relationships/font" Target="/ppt/fonts/font8.dat" Id="R846ab58f0ae74554" /><Relationship Type="http://schemas.openxmlformats.org/officeDocument/2006/relationships/font" Target="/ppt/fonts/font9.dat" Id="R4fe408067ef5428c" /><Relationship Type="http://schemas.openxmlformats.org/officeDocument/2006/relationships/font" Target="/ppt/fonts/font10.dat" Id="Rb90adc179dfc47c1" /><Relationship Type="http://schemas.openxmlformats.org/officeDocument/2006/relationships/font" Target="/ppt/fonts/font11.dat" Id="R090acf049a804247" /><Relationship Type="http://schemas.openxmlformats.org/officeDocument/2006/relationships/font" Target="/ppt/fonts/font12.dat" Id="R9bd8fc96e96841c9" /><Relationship Type="http://schemas.openxmlformats.org/officeDocument/2006/relationships/font" Target="/ppt/fonts/font13.dat" Id="R3cd5b6dd49f84243" /><Relationship Type="http://schemas.openxmlformats.org/officeDocument/2006/relationships/font" Target="/ppt/fonts/font14.dat" Id="Rd0ee9e2c9b814fe5" /><Relationship Type="http://schemas.openxmlformats.org/officeDocument/2006/relationships/slide" Target="/ppt/slides/slide1.xml" Id="Rb9588081e42c4430" /><Relationship Type="http://schemas.openxmlformats.org/officeDocument/2006/relationships/slide" Target="/ppt/slides/slide2.xml" Id="Rba7087d806bd4d5f" /><Relationship Type="http://schemas.openxmlformats.org/officeDocument/2006/relationships/slide" Target="/ppt/slides/slide3.xml" Id="R6985c2be619c4bd7" /><Relationship Type="http://schemas.openxmlformats.org/officeDocument/2006/relationships/slide" Target="/ppt/slides/slide4.xml" Id="R3bcf9f67471042b4" /><Relationship Type="http://schemas.openxmlformats.org/officeDocument/2006/relationships/slide" Target="/ppt/slides/slide5.xml" Id="R6a6ccc69bc4c448a" /><Relationship Type="http://schemas.openxmlformats.org/officeDocument/2006/relationships/slide" Target="/ppt/slides/slide6.xml" Id="R0a191982ae124c58" /><Relationship Type="http://schemas.openxmlformats.org/officeDocument/2006/relationships/slide" Target="/ppt/slides/slide7.xml" Id="R4f005f9270d640a3" /><Relationship Type="http://schemas.openxmlformats.org/officeDocument/2006/relationships/slide" Target="/ppt/slides/slide8.xml" Id="Read8c427d47e4ede" /><Relationship Type="http://schemas.openxmlformats.org/officeDocument/2006/relationships/slide" Target="/ppt/slides/slide9.xml" Id="R79df7b68c39f4f76" /><Relationship Type="http://schemas.openxmlformats.org/officeDocument/2006/relationships/slide" Target="/ppt/slides/slide10.xml" Id="Rc31ca8eebc9242d9" /><Relationship Type="http://schemas.openxmlformats.org/officeDocument/2006/relationships/slide" Target="/ppt/slides/slide11.xml" Id="Rd602462a8a6244a3" /><Relationship Type="http://schemas.openxmlformats.org/officeDocument/2006/relationships/slide" Target="/ppt/slides/slide12.xml" Id="Raef3b725158542ab" /><Relationship Type="http://schemas.openxmlformats.org/officeDocument/2006/relationships/slide" Target="/ppt/slides/slide13.xml" Id="R6248235663164772" /><Relationship Type="http://schemas.openxmlformats.org/officeDocument/2006/relationships/slide" Target="/ppt/slides/slide14.xml" Id="Rfab9e0a8317241e8" /><Relationship Type="http://schemas.openxmlformats.org/officeDocument/2006/relationships/slide" Target="/ppt/slides/slide15.xml" Id="Rc0ed39b8b0f14563" /><Relationship Type="http://schemas.openxmlformats.org/officeDocument/2006/relationships/slide" Target="/ppt/slides/slide16.xml" Id="R4d92b267bd854c40" /><Relationship Type="http://schemas.openxmlformats.org/officeDocument/2006/relationships/slide" Target="/ppt/slides/slide17.xml" Id="R708bdf8ed67345da" /><Relationship Type="http://schemas.openxmlformats.org/officeDocument/2006/relationships/slide" Target="/ppt/slides/slide18.xml" Id="Rf6adfbddf4244a95" /><Relationship Type="http://schemas.openxmlformats.org/officeDocument/2006/relationships/slide" Target="/ppt/slides/slide19.xml" Id="Rd3e368e8be7b4cf7" /><Relationship Type="http://schemas.openxmlformats.org/officeDocument/2006/relationships/slide" Target="/ppt/slides/slide20.xml" Id="R12f2d7b15ab346f6" /><Relationship Type="http://schemas.openxmlformats.org/officeDocument/2006/relationships/slide" Target="/ppt/slides/slide21.xml" Id="Rb304d7bb673a4a6d" /><Relationship Type="http://schemas.openxmlformats.org/officeDocument/2006/relationships/slide" Target="/ppt/slides/slide22.xml" Id="Re1532c85c753406b" /><Relationship Type="http://schemas.openxmlformats.org/officeDocument/2006/relationships/slide" Target="/ppt/slides/slide23.xml" Id="Rdd22f779a0ca4bc5" /><Relationship Type="http://schemas.openxmlformats.org/officeDocument/2006/relationships/slide" Target="/ppt/slides/slide24.xml" Id="R7730a517c8264130" /><Relationship Type="http://schemas.openxmlformats.org/officeDocument/2006/relationships/slide" Target="/ppt/slides/slide25.xml" Id="Rbf749235003a4018" /><Relationship Type="http://schemas.openxmlformats.org/officeDocument/2006/relationships/slide" Target="/ppt/slides/slide26.xml" Id="R2b1bbc7c79eb4f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9bbc88d5a444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wen Brand Colors">
      <a:dk1>
        <a:srgbClr val="000000"/>
      </a:dk1>
      <a:lt1>
        <a:srgbClr val="FFFFFF"/>
      </a:lt1>
      <a:dk2>
        <a:srgbClr val="4D5259"/>
      </a:dk2>
      <a:lt2>
        <a:srgbClr val="E7E6E6"/>
      </a:lt2>
      <a:accent1>
        <a:srgbClr val="1D627B"/>
      </a:accent1>
      <a:accent2>
        <a:srgbClr val="DDAF4B"/>
      </a:accent2>
      <a:accent3>
        <a:srgbClr val="A5A5A5"/>
      </a:accent3>
      <a:accent4>
        <a:srgbClr val="B03D19"/>
      </a:accent4>
      <a:accent5>
        <a:srgbClr val="59A4D4"/>
      </a:accent5>
      <a:accent6>
        <a:srgbClr val="00A080"/>
      </a:accent6>
      <a:hlink>
        <a:srgbClr val="E6BC52"/>
      </a:hlink>
      <a:folHlink>
        <a:srgbClr val="97002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wen Brand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ebe44acc1f4f29" /><Relationship Type="http://schemas.openxmlformats.org/officeDocument/2006/relationships/notesMaster" Target="/ppt/notesMasters/notesMaster1.xml" Id="Rc4e1758e393e45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1cd43534494e81" /><Relationship Type="http://schemas.openxmlformats.org/officeDocument/2006/relationships/notesMaster" Target="/ppt/notesMasters/notesMaster1.xml" Id="Rd9a718ea969c47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050dbf29d24cc5" /><Relationship Type="http://schemas.openxmlformats.org/officeDocument/2006/relationships/notesMaster" Target="/ppt/notesMasters/notesMaster1.xml" Id="R401400ed5f1a4f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a631928ba74415" /><Relationship Type="http://schemas.openxmlformats.org/officeDocument/2006/relationships/notesMaster" Target="/ppt/notesMasters/notesMaster1.xml" Id="Redb6247e96d244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dcb7f0ba6143a6" /><Relationship Type="http://schemas.openxmlformats.org/officeDocument/2006/relationships/notesMaster" Target="/ppt/notesMasters/notesMaster1.xml" Id="R601cd47fe9f1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55ca9d60f44fb1" /><Relationship Type="http://schemas.openxmlformats.org/officeDocument/2006/relationships/notesMaster" Target="/ppt/notesMasters/notesMaster1.xml" Id="R3403f296a1f946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c064fdaa914303" /><Relationship Type="http://schemas.openxmlformats.org/officeDocument/2006/relationships/notesMaster" Target="/ppt/notesMasters/notesMaster1.xml" Id="Ra686a7e34f9f48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82f71104b04309" /><Relationship Type="http://schemas.openxmlformats.org/officeDocument/2006/relationships/notesMaster" Target="/ppt/notesMasters/notesMaster1.xml" Id="R9e95ebc90add4c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d77144907f4605" /><Relationship Type="http://schemas.openxmlformats.org/officeDocument/2006/relationships/notesMaster" Target="/ppt/notesMasters/notesMaster1.xml" Id="R867be6d7f17a44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931e2cc7964acf" /><Relationship Type="http://schemas.openxmlformats.org/officeDocument/2006/relationships/notesMaster" Target="/ppt/notesMasters/notesMaster1.xml" Id="R976c8c629e984e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e658e927924bcd" /><Relationship Type="http://schemas.openxmlformats.org/officeDocument/2006/relationships/notesMaster" Target="/ppt/notesMasters/notesMaster1.xml" Id="Rb5871e57704d44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f2ec0e66c14910" /><Relationship Type="http://schemas.openxmlformats.org/officeDocument/2006/relationships/notesMaster" Target="/ppt/notesMasters/notesMaster1.xml" Id="R5f3efd8c12cd4e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5bfb9f39db4315" /><Relationship Type="http://schemas.openxmlformats.org/officeDocument/2006/relationships/notesMaster" Target="/ppt/notesMasters/notesMaster1.xml" Id="Ref99321ca08147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e4d606d1e94b31" /><Relationship Type="http://schemas.openxmlformats.org/officeDocument/2006/relationships/notesMaster" Target="/ppt/notesMasters/notesMaster1.xml" Id="R5e3eab286e4647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e5e0ccfdea4eff" /><Relationship Type="http://schemas.openxmlformats.org/officeDocument/2006/relationships/notesMaster" Target="/ppt/notesMasters/notesMaster1.xml" Id="R5762b103b6fa45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0948071977467f" /><Relationship Type="http://schemas.openxmlformats.org/officeDocument/2006/relationships/notesMaster" Target="/ppt/notesMasters/notesMaster1.xml" Id="R44cbe25ca4af44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5e24aa39844024" /><Relationship Type="http://schemas.openxmlformats.org/officeDocument/2006/relationships/notesMaster" Target="/ppt/notesMasters/notesMaster1.xml" Id="R336a9cb5c8534b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93f79270b545f1" /><Relationship Type="http://schemas.openxmlformats.org/officeDocument/2006/relationships/notesMaster" Target="/ppt/notesMasters/notesMaster1.xml" Id="Rb6985692db0e4e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34a58164e5474c" /><Relationship Type="http://schemas.openxmlformats.org/officeDocument/2006/relationships/notesMaster" Target="/ppt/notesMasters/notesMaster1.xml" Id="R36bc3391f8e343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120a7e548f47f2" /><Relationship Type="http://schemas.openxmlformats.org/officeDocument/2006/relationships/notesMaster" Target="/ppt/notesMasters/notesMaster1.xml" Id="Ra03ebe6338a14a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9f4a551e8949a9" /><Relationship Type="http://schemas.openxmlformats.org/officeDocument/2006/relationships/notesMaster" Target="/ppt/notesMasters/notesMaster1.xml" Id="R80f427e943394c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5b7ab8af454070" /><Relationship Type="http://schemas.openxmlformats.org/officeDocument/2006/relationships/notesMaster" Target="/ppt/notesMasters/notesMaster1.xml" Id="Rd58870cfdd7c4a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bbf18e40a649d7" /><Relationship Type="http://schemas.openxmlformats.org/officeDocument/2006/relationships/notesMaster" Target="/ppt/notesMasters/notesMaster1.xml" Id="Rf0f8ae96953442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a1b17a810045ba" /><Relationship Type="http://schemas.openxmlformats.org/officeDocument/2006/relationships/notesMaster" Target="/ppt/notesMasters/notesMaster1.xml" Id="Rff3b132217d644b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1e202ba63e44e4" /><Relationship Type="http://schemas.openxmlformats.org/officeDocument/2006/relationships/notesMaster" Target="/ppt/notesMasters/notesMaster1.xml" Id="R2bc09753aff248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36acd79ae414777" /><Relationship Type="http://schemas.openxmlformats.org/officeDocument/2006/relationships/notesMaster" Target="/ppt/notesMasters/notesMaster1.xml" Id="Racc713a4159c48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74bd1e80cf4c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4d277e66c24d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f733a4c78940d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91332cedf843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c7fb13c1ee48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8bbd0b9b1348e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b5ce5d68cb041b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79C0B0-4A0C-43B6-CCC2-1D72B38F73AB}"/>
              </a:ext>
            </a:extLst>
          </p:cNvPr>
          <p:cNvSpPr>
            <a:spLocks xmlns:a="http://schemas.openxmlformats.org/drawingml/2006/main" noGrp="1"/>
          </p:cNvSpPr>
          <p:nvPr>
            <p:ph type="ctrTitle" idx="0" hasCustomPrompt="1"/>
          </p:nvPr>
        </p:nvSpPr>
        <p:spPr>
          <a:xfrm xmlns:a="http://schemas.openxmlformats.org/drawingml/2006/main">
            <a:off x="1524000" y="1122363"/>
            <a:ext cx="9144000" cy="2387600"/>
          </a:xfrm>
          <a:prstGeom xmlns:a="http://schemas.openxmlformats.org/drawingml/2006/main" prst="rect">
            <a:avLst/>
          </a:prstGeom>
        </p:spPr>
        <p:txBody>
          <a:bodyPr xmlns:a="http://schemas.openxmlformats.org/drawingml/2006/main" anchor="b">
            <a:normAutofit/>
          </a:bodyPr>
          <a:lstStyle xmlns:a="http://schemas.openxmlformats.org/drawingml/2006/main">
            <a:lvl1pPr algn="ctr">
              <a:buNone/>
              <a:defRPr sz="5000"/>
            </a:lvl1pPr>
          </a:lstStyle>
          <a:p xmlns:a="http://schemas.openxmlformats.org/drawingml/2006/main">
            <a:r>
              <a:t>CLICK TO EDIT MASTER </a:t>
            </a:r>
            <a:br/>
            <a:r>
              <a:t>TITLE STYLE</a:t>
            </a:r>
          </a:p>
        </p:txBody>
      </p:sp>
      <p:sp>
        <p:nvSpPr>
          <p:cNvPr id="3" name="Subtitle 2">
            <a:extLst xmlns:a="http://schemas.openxmlformats.org/drawingml/2006/main">
              <a:ext uri="{FF2B5EF4-FFF2-40B4-BE49-F238E27FC236}">
                <a16:creationId xmlns:a16="http://schemas.microsoft.com/office/drawing/2014/main" id="{39FB0968-620C-FC50-E650-5B896260CBE9}"/>
              </a:ext>
            </a:extLst>
          </p:cNvPr>
          <p:cNvSpPr>
            <a:spLocks xmlns:a="http://schemas.openxmlformats.org/drawingml/2006/main" noGrp="1"/>
          </p:cNvSpPr>
          <p:nvPr>
            <p:ph type="subTitle" idx="1"/>
          </p:nvPr>
        </p:nvSpPr>
        <p:spPr>
          <a:xfrm xmlns:a="http://schemas.openxmlformats.org/drawingml/2006/main">
            <a:off x="1524000" y="3602038"/>
            <a:ext cx="9144000" cy="165576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348603-F460-FCCF-66BC-7F1DA8967A88}"/>
              </a:ext>
            </a:extLst>
          </p:cNvPr>
          <p:cNvSpPr>
            <a:spLocks xmlns:a="http://schemas.openxmlformats.org/drawingml/2006/main" noGrp="1"/>
          </p:cNvSpPr>
          <p:nvPr>
            <p:ph type="title" idx="0" hasCustomPrompt="1"/>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7ED7231-4048-54F1-271D-CC9B4BC217BC}"/>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3.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E898DA-B373-177C-2A2A-2F43DFC2D829}"/>
              </a:ext>
            </a:extLst>
          </p:cNvPr>
          <p:cNvSpPr>
            <a:spLocks xmlns:a="http://schemas.openxmlformats.org/drawingml/2006/main" noGrp="1"/>
          </p:cNvSpPr>
          <p:nvPr>
            <p:ph type="title" idx="0" hasCustomPrompt="1"/>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06C7874-584F-D29E-E868-AC1958F6870F}"/>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5864423-620B-3697-3A76-C5A8097148A0}"/>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E4CD76-5A19-3F68-BEF2-111E9E4BF052}"/>
              </a:ext>
            </a:extLst>
          </p:cNvPr>
          <p:cNvSpPr>
            <a:spLocks xmlns:a="http://schemas.openxmlformats.org/drawingml/2006/main" noGrp="1"/>
          </p:cNvSpPr>
          <p:nvPr>
            <p:ph type="title" idx="0" hasCustomPrompt="1"/>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type="blank" preserve="1">
  <p:cSld name="Blank">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0F9D63-EC31-2A06-0BA5-15080FE710B4}"/>
              </a:ext>
            </a:extLst>
          </p:cNvPr>
          <p:cNvSpPr>
            <a:spLocks xmlns:a="http://schemas.openxmlformats.org/drawingml/2006/main" noGrp="1"/>
          </p:cNvSpPr>
          <p:nvPr>
            <p:ph type="title" idx="0" hasCustomPrompt="1"/>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3E86FDB-98F7-7240-6AB4-ADACFD768597}"/>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F7C9B4D-0748-50A4-4F76-13D3D1DB394B}"/>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Tree>
  </p:cSld>
</p:sldLayout>
</file>

<file path=ppt/slideLayouts/slideLayout7.xml><?xml version="1.0" encoding="utf-8"?>
<p:sldLayout xmlns:p="http://schemas.openxmlformats.org/presentationml/2006/main" preserve="1" userDrawn="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91C38F-484D-6E9B-37D7-76CBD367174C}"/>
              </a:ext>
            </a:extLst>
          </p:cNvPr>
          <p:cNvSpPr>
            <a:spLocks xmlns:a="http://schemas.openxmlformats.org/drawingml/2006/main" noGrp="1"/>
          </p:cNvSpPr>
          <p:nvPr>
            <p:ph type="title" idx="0" hasCustomPrompt="1"/>
          </p:nvPr>
        </p:nvSpPr>
        <p:spPr>
          <a:xfrm xmlns:a="http://schemas.openxmlformats.org/drawingml/2006/main">
            <a:off x="839788" y="648739"/>
            <a:ext cx="9407798" cy="68054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72877845-9CFB-F092-1682-942CE6EBA7D5}"/>
              </a:ext>
            </a:extLst>
          </p:cNvPr>
          <p:cNvSpPr>
            <a:spLocks xmlns:a="http://schemas.openxmlformats.org/drawingml/2006/main" noGrp="1"/>
          </p:cNvSpPr>
          <p:nvPr>
            <p:ph type="body" idx="2" hasCustomPrompt="1"/>
          </p:nvPr>
        </p:nvSpPr>
        <p:spPr>
          <a:xfrm xmlns:a="http://schemas.openxmlformats.org/drawingml/2006/main">
            <a:off x="839788" y="2057400"/>
            <a:ext cx="10101481" cy="3811588"/>
          </a:xfrm>
          <a:prstGeom xmlns:a="http://schemas.openxmlformats.org/drawingml/2006/main" prst="rect">
            <a:avLst/>
          </a:prstGeom>
        </p:spPr>
        <p:txBody>
          <a:bodyPr xmlns:a="http://schemas.openxmlformats.org/drawingml/2006/main">
            <a:normAutofit/>
          </a:bodyPr>
          <a:lstStyle xmlns:a="http://schemas.openxmlformats.org/drawingml/2006/main">
            <a:lvl1pPr marL="0" indent="0">
              <a:buNone/>
              <a:defRPr sz="2400" b="1" i="1">
                <a:latin typeface="Adobe Garamond Pro Bold"/>
                <a:ea typeface="Adobe Garamond Pro Bold"/>
                <a:cs typeface="Adobe Garamond Pro Bold"/>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Quote Style in Adobe Garamond Pro</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ab18844698794c35" /><Relationship Type="http://schemas.openxmlformats.org/officeDocument/2006/relationships/theme" Target="/ppt/slideMasters/theme/theme2.xml" Id="Rc2a2659a05c945f5" /><Relationship Type="http://schemas.openxmlformats.org/officeDocument/2006/relationships/slideLayout" Target="/ppt/slideLayouts/slideLayout1.xml" Id="Re36d6875bff94ea0" /><Relationship Type="http://schemas.openxmlformats.org/officeDocument/2006/relationships/slideLayout" Target="/ppt/slideLayouts/slideLayout2.xml" Id="R3a147c71283f4a6c" /><Relationship Type="http://schemas.openxmlformats.org/officeDocument/2006/relationships/slideLayout" Target="/ppt/slideLayouts/slideLayout3.xml" Id="Rbe5ed1a9967844c2" /><Relationship Type="http://schemas.openxmlformats.org/officeDocument/2006/relationships/slideLayout" Target="/ppt/slideLayouts/slideLayout4.xml" Id="R39e5ac901ebd4cfb" /><Relationship Type="http://schemas.openxmlformats.org/officeDocument/2006/relationships/slideLayout" Target="/ppt/slideLayouts/slideLayout5.xml" Id="R870849adcf0248d9" /><Relationship Type="http://schemas.openxmlformats.org/officeDocument/2006/relationships/slideLayout" Target="/ppt/slideLayouts/slideLayout6.xml" Id="Ra4fd91cd51c04a2f" /><Relationship Type="http://schemas.openxmlformats.org/officeDocument/2006/relationships/slideLayout" Target="/ppt/slideLayouts/slideLayout7.xml" Id="Re79778c895b84b5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7" name="Title Placeholder 6">
            <a:extLst xmlns:a="http://schemas.openxmlformats.org/drawingml/2006/main">
              <a:ext uri="{FF2B5EF4-FFF2-40B4-BE49-F238E27FC236}">
                <a16:creationId xmlns:a16="http://schemas.microsoft.com/office/drawing/2014/main" id="{FAB59E34-65B1-8F8C-1B51-88029046A359}"/>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C623E423-631A-0095-D4B5-6E01768E6719}"/>
              </a:ext>
            </a:extLst>
          </p:cNvPr>
          <p:cNvSpPr>
            <a:spLocks xmlns:a="http://schemas.openxmlformats.org/drawingml/2006/main" noGrp="1"/>
          </p:cNvSpPr>
          <p:nvPr>
            <p:ph type="body" idx="1"/>
          </p:nvPr>
        </p:nvSpPr>
        <p:spPr>
          <a:xfrm xmlns:a="http://schemas.openxmlformats.org/drawingml/2006/main">
            <a:off x="838200" y="1825625"/>
            <a:ext cx="10515600" cy="270661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traight Connector 8">
            <a:extLst xmlns:a="http://schemas.openxmlformats.org/drawingml/2006/main">
              <a:ext uri="{FF2B5EF4-FFF2-40B4-BE49-F238E27FC236}">
                <a16:creationId xmlns:a16="http://schemas.microsoft.com/office/drawing/2014/main" id="{13A5B072-CEDB-4626-9A29-88876EFB36FE}"/>
              </a:ext>
            </a:extLst>
          </p:cNvPr>
          <p:cNvSpPr>
            <a:spLocks xmlns:a="http://schemas.openxmlformats.org/drawingml/2006/main" noGrp="1"/>
          </p:cNvSpPr>
          <p:nvPr/>
        </p:nvSpPr>
        <p:spPr>
          <a:xfrm xmlns:a="http://schemas.openxmlformats.org/drawingml/2006/main">
            <a:off x="5152913" y="6427881"/>
            <a:ext cx="7039087" cy="0"/>
          </a:xfrm>
          <a:prstGeom xmlns:a="http://schemas.openxmlformats.org/drawingml/2006/main" prst="line">
            <a:avLst/>
          </a:prstGeom>
          <a:ln xmlns:a="http://schemas.openxmlformats.org/drawingml/2006/main" w="28575">
            <a:solidFill>
              <a:srgbClr val="DDAF4C"/>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860E6ADE-7E9C-4019-90AD-7364281DDD1E}"/>
              </a:ext>
            </a:extLst>
          </p:cNvPr>
          <p:cNvSpPr>
            <a:spLocks xmlns:a="http://schemas.openxmlformats.org/drawingml/2006/main" noGrp="1"/>
          </p:cNvSpPr>
          <p:nvPr/>
        </p:nvSpPr>
        <p:spPr>
          <a:xfrm xmlns:a="http://schemas.openxmlformats.org/drawingml/2006/main">
            <a:off x="0" y="6427881"/>
            <a:ext cx="369075" cy="0"/>
          </a:xfrm>
          <a:prstGeom xmlns:a="http://schemas.openxmlformats.org/drawingml/2006/main" prst="line">
            <a:avLst/>
          </a:prstGeom>
          <a:ln xmlns:a="http://schemas.openxmlformats.org/drawingml/2006/main" w="28575">
            <a:solidFill>
              <a:srgbClr val="DDAF4C"/>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pic>
        <p:nvPicPr>
          <p:cNvPr id="17" name="Picture 4"/>
          <p:cNvPicPr>
            <a:picLocks xmlns:a="http://schemas.openxmlformats.org/drawingml/2006/main" noChangeAspect="1"/>
          </p:cNvPicPr>
          <p:nvPr/>
        </p:nvPicPr>
        <p:blipFill>
          <a:blip xmlns:r="http://schemas.openxmlformats.org/officeDocument/2006/relationships" xmlns:a="http://schemas.openxmlformats.org/drawingml/2006/main" r:embed="Rab18844698794c35"/>
          <a:stretch xmlns:a="http://schemas.openxmlformats.org/drawingml/2006/main">
            <a:fillRect l="0" t="0" r="0" b="0"/>
          </a:stretch>
        </p:blipFill>
        <p:spPr>
          <a:xfrm xmlns:a="http://schemas.openxmlformats.org/drawingml/2006/main">
            <a:off x="369075" y="6126797"/>
            <a:ext cx="4678381" cy="602168"/>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6d6875bff94ea0"/>
    <p:sldLayoutId xmlns:r="http://schemas.openxmlformats.org/officeDocument/2006/relationships" id="2147483650" r:id="R3a147c71283f4a6c"/>
    <p:sldLayoutId xmlns:r="http://schemas.openxmlformats.org/officeDocument/2006/relationships" id="2147483651" r:id="Rbe5ed1a9967844c2"/>
    <p:sldLayoutId xmlns:r="http://schemas.openxmlformats.org/officeDocument/2006/relationships" id="2147483652" r:id="R39e5ac901ebd4cfb"/>
    <p:sldLayoutId xmlns:r="http://schemas.openxmlformats.org/officeDocument/2006/relationships" id="2147483653" r:id="R870849adcf0248d9"/>
    <p:sldLayoutId xmlns:r="http://schemas.openxmlformats.org/officeDocument/2006/relationships" id="2147483654" r:id="Ra4fd91cd51c04a2f"/>
    <p:sldLayoutId xmlns:r="http://schemas.openxmlformats.org/officeDocument/2006/relationships" id="2147483655" r:id="Re79778c895b84b55"/>
  </p:sldLayoutIdLst>
  <p:txStyles>
    <p:titleStyle>
      <a:lvl1pPr xmlns:a="http://schemas.openxmlformats.org/drawingml/2006/main" algn="l" defTabSz="914400">
        <a:lnSpc>
          <a:spcPct val="90000"/>
        </a:lnSpc>
        <a:spcBef>
          <a:spcPct val="0"/>
        </a:spcBef>
        <a:buNone/>
        <a:defRPr sz="5000" b="1" i="0" kern="1200" spc="-150">
          <a:solidFill>
            <a:schemeClr val="tx1"/>
          </a:solidFill>
          <a:latin typeface="Century Gothic"/>
          <a:ea typeface="Century Gothic"/>
          <a:cs typeface="Century Gothic"/>
        </a:defRPr>
      </a:lvl1pPr>
    </p:titleStyle>
    <p:bodyStyle>
      <a:lvl1pPr xmlns:a="http://schemas.openxmlformats.org/drawingml/2006/main" marL="228600" indent="-228600" algn="l" defTabSz="914400">
        <a:lnSpc>
          <a:spcPct val="90000"/>
        </a:lnSpc>
        <a:spcBef>
          <a:spcPts val="1000"/>
        </a:spcBef>
        <a:buFont typeface="Arial"/>
        <a:buChar char="•"/>
        <a:defRPr sz="2800" b="0" i="0" kern="1200">
          <a:solidFill>
            <a:schemeClr val="tx1"/>
          </a:solidFill>
          <a:latin typeface="Apex New Book"/>
          <a:ea typeface="Apex New Book"/>
          <a:cs typeface="Apex New Book"/>
        </a:defRPr>
      </a:lvl1pPr>
      <a:lvl2pPr xmlns:a="http://schemas.openxmlformats.org/drawingml/2006/main" marL="685800" indent="-228600" algn="l" defTabSz="914400">
        <a:lnSpc>
          <a:spcPct val="90000"/>
        </a:lnSpc>
        <a:spcBef>
          <a:spcPts val="500"/>
        </a:spcBef>
        <a:buFont typeface="Arial"/>
        <a:buChar char="•"/>
        <a:defRPr sz="2400" b="0" i="0" kern="1200">
          <a:solidFill>
            <a:schemeClr val="tx1"/>
          </a:solidFill>
          <a:latin typeface="Apex New Book"/>
          <a:ea typeface="Apex New Book"/>
          <a:cs typeface="Apex New Book"/>
        </a:defRPr>
      </a:lvl2pPr>
      <a:lvl3pPr xmlns:a="http://schemas.openxmlformats.org/drawingml/2006/main" marL="1143000" indent="-228600" algn="l" defTabSz="914400">
        <a:lnSpc>
          <a:spcPct val="90000"/>
        </a:lnSpc>
        <a:spcBef>
          <a:spcPts val="500"/>
        </a:spcBef>
        <a:buFont typeface="Arial"/>
        <a:buChar char="•"/>
        <a:defRPr sz="2000" b="0" i="0" kern="1200">
          <a:solidFill>
            <a:schemeClr val="tx1"/>
          </a:solidFill>
          <a:latin typeface="Apex New Book"/>
          <a:ea typeface="Apex New Book"/>
          <a:cs typeface="Apex New Book"/>
        </a:defRPr>
      </a:lvl3pPr>
      <a:lvl4pPr xmlns:a="http://schemas.openxmlformats.org/drawingml/2006/main" marL="1600200" indent="-228600" algn="l" defTabSz="914400">
        <a:lnSpc>
          <a:spcPct val="90000"/>
        </a:lnSpc>
        <a:spcBef>
          <a:spcPts val="500"/>
        </a:spcBef>
        <a:buFont typeface="Arial"/>
        <a:buChar char="•"/>
        <a:defRPr sz="1800" b="0" i="0" kern="1200">
          <a:solidFill>
            <a:schemeClr val="tx1"/>
          </a:solidFill>
          <a:latin typeface="Apex New Book"/>
          <a:ea typeface="Apex New Book"/>
          <a:cs typeface="Apex New Book"/>
        </a:defRPr>
      </a:lvl4pPr>
      <a:lvl5pPr xmlns:a="http://schemas.openxmlformats.org/drawingml/2006/main" marL="2057400" indent="-228600" algn="l" defTabSz="914400">
        <a:lnSpc>
          <a:spcPct val="90000"/>
        </a:lnSpc>
        <a:spcBef>
          <a:spcPts val="500"/>
        </a:spcBef>
        <a:buFont typeface="Arial"/>
        <a:buChar char="•"/>
        <a:defRPr sz="1800" b="0" i="0" kern="1200">
          <a:solidFill>
            <a:schemeClr val="tx1"/>
          </a:solidFill>
          <a:latin typeface="Apex New Book"/>
          <a:ea typeface="Apex New Book"/>
          <a:cs typeface="Apex New Book"/>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wen Brand Colors">
      <a:dk1>
        <a:srgbClr val="000000"/>
      </a:dk1>
      <a:lt1>
        <a:srgbClr val="FFFFFF"/>
      </a:lt1>
      <a:dk2>
        <a:srgbClr val="4D5259"/>
      </a:dk2>
      <a:lt2>
        <a:srgbClr val="E7E6E6"/>
      </a:lt2>
      <a:accent1>
        <a:srgbClr val="1D627B"/>
      </a:accent1>
      <a:accent2>
        <a:srgbClr val="DDAF4B"/>
      </a:accent2>
      <a:accent3>
        <a:srgbClr val="A5A5A5"/>
      </a:accent3>
      <a:accent4>
        <a:srgbClr val="B03D19"/>
      </a:accent4>
      <a:accent5>
        <a:srgbClr val="59A4D4"/>
      </a:accent5>
      <a:accent6>
        <a:srgbClr val="00A080"/>
      </a:accent6>
      <a:hlink>
        <a:srgbClr val="E6BC52"/>
      </a:hlink>
      <a:folHlink>
        <a:srgbClr val="97002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wen Brand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fa97bf207141d6" /><Relationship Type="http://schemas.openxmlformats.org/officeDocument/2006/relationships/image" Target="/ppt/media/image.png" Id="R5950d4e1c04b4015" /><Relationship Type="http://schemas.openxmlformats.org/officeDocument/2006/relationships/notesSlide" Target="/ppt/notesSlides/notesSlide1.xml" Id="Rdd18179b23764f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70c66f07ade430e" /><Relationship Type="http://schemas.openxmlformats.org/officeDocument/2006/relationships/notesSlide" Target="/ppt/notesSlides/notesSlide2.xml" Id="Rbc42b1f9e75a4d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2016f0f7a9a454e" /><Relationship Type="http://schemas.openxmlformats.org/officeDocument/2006/relationships/notesSlide" Target="/ppt/notesSlides/notesSlide3.xml" Id="R8905e4099dc247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e0f0ddae7ea4a11" /><Relationship Type="http://schemas.openxmlformats.org/officeDocument/2006/relationships/notesSlide" Target="/ppt/notesSlides/notesSlide4.xml" Id="Recb5a1e9d65b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c599e06e5a147dd" /><Relationship Type="http://schemas.openxmlformats.org/officeDocument/2006/relationships/image" Target="/ppt/media/image2.png" Id="Rbbe88c6bd4f54902" /><Relationship Type="http://schemas.openxmlformats.org/officeDocument/2006/relationships/notesSlide" Target="/ppt/notesSlides/notesSlide5.xml" Id="Rbb5cb360fb7945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c891c58902f472d" /><Relationship Type="http://schemas.openxmlformats.org/officeDocument/2006/relationships/notesSlide" Target="/ppt/notesSlides/notesSlide6.xml" Id="R811a5de1494045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163417a83564e16" /><Relationship Type="http://schemas.openxmlformats.org/officeDocument/2006/relationships/notesSlide" Target="/ppt/notesSlides/notesSlide7.xml" Id="Rfb1a36d9a7b541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14b55b340cf40ae" /><Relationship Type="http://schemas.openxmlformats.org/officeDocument/2006/relationships/notesSlide" Target="/ppt/notesSlides/notesSlide8.xml" Id="Rf3865512f1df42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df56b8719d94e04" /><Relationship Type="http://schemas.openxmlformats.org/officeDocument/2006/relationships/image" Target="/ppt/media/image3.png" Id="R4ffdb75c18c94bee" /><Relationship Type="http://schemas.openxmlformats.org/officeDocument/2006/relationships/notesSlide" Target="/ppt/notesSlides/notesSlide9.xml" Id="Rb1a4d74a676e44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3b2fe1feb06487f" /><Relationship Type="http://schemas.openxmlformats.org/officeDocument/2006/relationships/image" Target="/ppt/media/image4.png" Id="R91bb0a9fc75842a7" /><Relationship Type="http://schemas.openxmlformats.org/officeDocument/2006/relationships/notesSlide" Target="/ppt/notesSlides/notesSlide10.xml" Id="R058dd16217ff4a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5765670629e4052" /><Relationship Type="http://schemas.openxmlformats.org/officeDocument/2006/relationships/image" Target="/ppt/media/image5.png" Id="R3af1696f51fd4ae6" /><Relationship Type="http://schemas.openxmlformats.org/officeDocument/2006/relationships/notesSlide" Target="/ppt/notesSlides/notesSlide11.xml" Id="Ra9455f36a12947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3ca24a006d141db" /><Relationship Type="http://schemas.openxmlformats.org/officeDocument/2006/relationships/notesSlide" Target="/ppt/notesSlides/notesSlide12.xml" Id="R74a43ba4384246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1935c2866134ed8" /><Relationship Type="http://schemas.openxmlformats.org/officeDocument/2006/relationships/image" Target="/ppt/media/image.jpeg" Id="Rb5759688c2b8406d" /><Relationship Type="http://schemas.openxmlformats.org/officeDocument/2006/relationships/notesSlide" Target="/ppt/notesSlides/notesSlide13.xml" Id="R25f8d14cb9284c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e6e2020404040c7" /><Relationship Type="http://schemas.openxmlformats.org/officeDocument/2006/relationships/image" Target="/ppt/media/image2.jpeg" Id="R729b2cc6738e452b" /><Relationship Type="http://schemas.openxmlformats.org/officeDocument/2006/relationships/notesSlide" Target="/ppt/notesSlides/notesSlide14.xml" Id="Ra3d1ce8d170941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3691b85fdc04ff7" /><Relationship Type="http://schemas.openxmlformats.org/officeDocument/2006/relationships/image" Target="/ppt/media/image6.png" Id="R32ed95cdcd0f48c8" /><Relationship Type="http://schemas.openxmlformats.org/officeDocument/2006/relationships/notesSlide" Target="/ppt/notesSlides/notesSlide15.xml" Id="Rabad182ce0c046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20945c852694420" /><Relationship Type="http://schemas.openxmlformats.org/officeDocument/2006/relationships/notesSlide" Target="/ppt/notesSlides/notesSlide16.xml" Id="R558f2d6a465d46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865a6630421434b" /><Relationship Type="http://schemas.openxmlformats.org/officeDocument/2006/relationships/image" Target="/ppt/media/image7.png" Id="Rbce58c7635734c83" /><Relationship Type="http://schemas.openxmlformats.org/officeDocument/2006/relationships/notesSlide" Target="/ppt/notesSlides/notesSlide17.xml" Id="Rcbd2bdc32ce341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87f8b4732104619" /><Relationship Type="http://schemas.openxmlformats.org/officeDocument/2006/relationships/image" Target="/ppt/media/image8.png" Id="Rb7b1acf4baee4cb4" /><Relationship Type="http://schemas.openxmlformats.org/officeDocument/2006/relationships/notesSlide" Target="/ppt/notesSlides/notesSlide18.xml" Id="R11ad26325b0841d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7343b4de6ef439a" /><Relationship Type="http://schemas.openxmlformats.org/officeDocument/2006/relationships/notesSlide" Target="/ppt/notesSlides/notesSlide19.xml" Id="R0ccbd224c1ce45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1faa326ea6244ff" /><Relationship Type="http://schemas.openxmlformats.org/officeDocument/2006/relationships/image" Target="/ppt/media/image9.png" Id="R5a9d8aa9490e4a72" /><Relationship Type="http://schemas.openxmlformats.org/officeDocument/2006/relationships/notesSlide" Target="/ppt/notesSlides/notesSlide20.xml" Id="R1b93894cd0ba4d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16d8950115745a4" /><Relationship Type="http://schemas.openxmlformats.org/officeDocument/2006/relationships/image" Target="/ppt/media/image10.png" Id="Rf4db628534734096" /><Relationship Type="http://schemas.openxmlformats.org/officeDocument/2006/relationships/notesSlide" Target="/ppt/notesSlides/notesSlide21.xml" Id="R2795ad8187a4430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20eb776660c43a6" /><Relationship Type="http://schemas.openxmlformats.org/officeDocument/2006/relationships/notesSlide" Target="/ppt/notesSlides/notesSlide22.xml" Id="R804b5ea052a247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f1aa57593b44e8f" /><Relationship Type="http://schemas.openxmlformats.org/officeDocument/2006/relationships/notesSlide" Target="/ppt/notesSlides/notesSlide23.xml" Id="Raff1df74ac6946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e06c90631eb4ddc" /><Relationship Type="http://schemas.openxmlformats.org/officeDocument/2006/relationships/notesSlide" Target="/ppt/notesSlides/notesSlide24.xml" Id="R2616eb91c9a747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9188a9f805d049f5" /><Relationship Type="http://schemas.openxmlformats.org/officeDocument/2006/relationships/notesSlide" Target="/ppt/notesSlides/notesSlide25.xml" Id="R64d4866a7050433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eaa840db8d3451b" /><Relationship Type="http://schemas.openxmlformats.org/officeDocument/2006/relationships/notesSlide" Target="/ppt/notesSlides/notesSlide26.xml" Id="R2073544648a7412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traight Connector 3">
            <a:extLst xmlns:a="http://schemas.openxmlformats.org/drawingml/2006/main">
              <a:ext uri="{FF2B5EF4-FFF2-40B4-BE49-F238E27FC236}">
                <a16:creationId xmlns:a16="http://schemas.microsoft.com/office/drawing/2014/main" id="{D0A737CE-F101-46E6-A4DA-C0DB488DA796}"/>
              </a:ext>
            </a:extLst>
          </p:cNvPr>
          <p:cNvSpPr>
            <a:spLocks xmlns:a="http://schemas.openxmlformats.org/drawingml/2006/main" noGrp="1"/>
          </p:cNvSpPr>
          <p:nvPr/>
        </p:nvSpPr>
        <p:spPr>
          <a:xfrm xmlns:a="http://schemas.openxmlformats.org/drawingml/2006/main">
            <a:off x="5152913" y="6427881"/>
            <a:ext cx="7039087" cy="0"/>
          </a:xfrm>
          <a:prstGeom xmlns:a="http://schemas.openxmlformats.org/drawingml/2006/main" prst="line">
            <a:avLst/>
          </a:prstGeom>
          <a:ln xmlns:a="http://schemas.openxmlformats.org/drawingml/2006/main" w="28575">
            <a:solidFill>
              <a:srgbClr val="DDAF4C"/>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5" name="Straight Connector 4">
            <a:extLst xmlns:a="http://schemas.openxmlformats.org/drawingml/2006/main">
              <a:ext uri="{FF2B5EF4-FFF2-40B4-BE49-F238E27FC236}">
                <a16:creationId xmlns:a16="http://schemas.microsoft.com/office/drawing/2014/main" id="{2F19EC51-B3D4-4B57-8D55-196C0279E74A}"/>
              </a:ext>
            </a:extLst>
          </p:cNvPr>
          <p:cNvSpPr>
            <a:spLocks xmlns:a="http://schemas.openxmlformats.org/drawingml/2006/main" noGrp="1"/>
          </p:cNvSpPr>
          <p:nvPr/>
        </p:nvSpPr>
        <p:spPr>
          <a:xfrm xmlns:a="http://schemas.openxmlformats.org/drawingml/2006/main">
            <a:off x="0" y="6427881"/>
            <a:ext cx="369075" cy="0"/>
          </a:xfrm>
          <a:prstGeom xmlns:a="http://schemas.openxmlformats.org/drawingml/2006/main" prst="line">
            <a:avLst/>
          </a:prstGeom>
          <a:ln xmlns:a="http://schemas.openxmlformats.org/drawingml/2006/main" w="28575">
            <a:solidFill>
              <a:srgbClr val="DDAF4C"/>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5950d4e1c04b4015">
            <a:grayscl/>
            <a:alphaModFix amt="27000"/>
          </a:blip>
          <a:srcRect xmlns:a="http://schemas.openxmlformats.org/drawingml/2006/main" l="17077" t="0" r="0" b="7679"/>
          <a:stretch xmlns:a="http://schemas.openxmlformats.org/drawingml/2006/main"/>
        </p:blipFill>
        <p:spPr>
          <a:xfrm xmlns:a="http://schemas.openxmlformats.org/drawingml/2006/main">
            <a:off x="0" y="0"/>
            <a:ext cx="12192000" cy="5957495"/>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EAA54F40-F5FA-1E45-78EC-20486FE9CC24}"/>
              </a:ext>
            </a:extLst>
          </p:cNvPr>
          <p:cNvSpPr>
            <a:spLocks xmlns:a="http://schemas.openxmlformats.org/drawingml/2006/main" noGrp="1"/>
          </p:cNvSpPr>
          <p:nvPr/>
        </p:nvSpPr>
        <p:spPr>
          <a:xfrm xmlns:a="http://schemas.openxmlformats.org/drawingml/2006/main">
            <a:off x="1407605" y="1129172"/>
            <a:ext cx="9763158"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spc="-150">
                <a:latin typeface="Century Gothic"/>
                <a:ea typeface="Century Gothic"/>
                <a:cs typeface="Century Gothic"/>
              </a:rPr>
              <a:t>WEEK 3: USER EXPERIENCE + DESIGN</a:t>
            </a:r>
          </a:p>
        </p:txBody>
      </p:sp>
    </p:spTree>
    <p:extLst>
      <p:ext uri="{BB962C8B-B14F-4D97-AF65-F5344CB8AC3E}">
        <p14:creationId xmlns:p14="http://schemas.microsoft.com/office/powerpoint/2010/main" val="341253576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CB650C8-55D6-DF3E-3B5F-874476849B76}"/>
              </a:ext>
            </a:extLst>
          </p:cNvPr>
          <p:cNvSpPr>
            <a:spLocks xmlns:a="http://schemas.openxmlformats.org/drawingml/2006/main" noGrp="1"/>
          </p:cNvSpPr>
          <p:nvPr/>
        </p:nvSpPr>
        <p:spPr>
          <a:xfrm xmlns:a="http://schemas.openxmlformats.org/drawingml/2006/main">
            <a:off x="514644" y="586889"/>
            <a:ext cx="11677356"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WEEK 3 OVERVIEW</a:t>
            </a:r>
          </a:p>
        </p:txBody>
      </p:sp>
      <p:sp>
        <p:nvSpPr>
          <p:cNvPr id="8" name="TextBox 7">
            <a:extLst xmlns:a="http://schemas.openxmlformats.org/drawingml/2006/main">
              <a:ext uri="{FF2B5EF4-FFF2-40B4-BE49-F238E27FC236}">
                <a16:creationId xmlns:a16="http://schemas.microsoft.com/office/drawing/2014/main" id="{686424EF-B7BE-4233-17EB-4BA8B5FC3A31}"/>
              </a:ext>
            </a:extLst>
          </p:cNvPr>
          <p:cNvSpPr>
            <a:spLocks xmlns:a="http://schemas.openxmlformats.org/drawingml/2006/main" noGrp="1"/>
          </p:cNvSpPr>
          <p:nvPr/>
        </p:nvSpPr>
        <p:spPr>
          <a:xfrm xmlns:a="http://schemas.openxmlformats.org/drawingml/2006/main">
            <a:off x="1296069" y="1967371"/>
            <a:ext cx="8738268" cy="1676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This week connects human-centered design with the ways people notice, remember, and interact with digital marketing. The lessons apply those ideas to websites, landing pages, ads, and mobile experiences.</a:t>
            </a:r>
          </a:p>
        </p:txBody>
      </p:sp>
    </p:spTree>
    <p:extLst>
      <p:ext uri="{BB962C8B-B14F-4D97-AF65-F5344CB8AC3E}">
        <p14:creationId xmlns:p14="http://schemas.microsoft.com/office/powerpoint/2010/main" val="36055338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9EA2EF0F-B747-59B4-445E-4ACFCF008182}"/>
              </a:ext>
            </a:extLst>
          </p:cNvPr>
          <p:cNvSpPr>
            <a:spLocks xmlns:a="http://schemas.openxmlformats.org/drawingml/2006/main" noGrp="1"/>
          </p:cNvSpPr>
          <p:nvPr/>
        </p:nvSpPr>
        <p:spPr>
          <a:xfrm xmlns:a="http://schemas.openxmlformats.org/drawingml/2006/main">
            <a:off x="514644" y="586889"/>
            <a:ext cx="11677356"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WEEK 3 ROADMAP</a:t>
            </a:r>
          </a:p>
        </p:txBody>
      </p:sp>
      <p:sp>
        <p:nvSpPr>
          <p:cNvPr id="8" name="TextBox 7">
            <a:extLst xmlns:a="http://schemas.openxmlformats.org/drawingml/2006/main">
              <a:ext uri="{FF2B5EF4-FFF2-40B4-BE49-F238E27FC236}">
                <a16:creationId xmlns:a16="http://schemas.microsoft.com/office/drawing/2014/main" id="{CACCCDAA-B19C-254F-1CA2-4E1F43A8451B}"/>
              </a:ext>
            </a:extLst>
          </p:cNvPr>
          <p:cNvSpPr>
            <a:spLocks xmlns:a="http://schemas.openxmlformats.org/drawingml/2006/main" noGrp="1"/>
          </p:cNvSpPr>
          <p:nvPr/>
        </p:nvSpPr>
        <p:spPr>
          <a:xfrm xmlns:a="http://schemas.openxmlformats.org/drawingml/2006/main">
            <a:off x="1296069" y="1967371"/>
            <a:ext cx="3965742" cy="3169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SECTION 1: DESIGNING FOR PEOPLE</a:t>
            </a:r>
          </a:p>
          <a:p xmlns:a="http://schemas.openxmlformats.org/drawingml/2006/main">
            <a:pPr>
              <a:spcAft>
                <a:spcPts val="600"/>
              </a:spcAft>
              <a:buNone/>
            </a:pPr>
            <a:r>
              <a:rPr sz="2600">
                <a:latin typeface="Apex New Book"/>
                <a:ea typeface="Apex New Book"/>
                <a:cs typeface="Apex New Book"/>
              </a:rPr>
              <a:t/>
            </a:r>
          </a:p>
          <a:p xmlns:a="http://schemas.openxmlformats.org/drawingml/2006/main">
            <a:pPr>
              <a:spcAft>
                <a:spcPts val="600"/>
              </a:spcAft>
              <a:buNone/>
            </a:pPr>
            <a:r>
              <a:rPr sz="2600">
                <a:latin typeface="Apex New Book"/>
                <a:ea typeface="Apex New Book"/>
                <a:cs typeface="Apex New Book"/>
              </a:rPr>
              <a:t>SECTION 2: LAWS OF UX</a:t>
            </a:r>
          </a:p>
          <a:p xmlns:a="http://schemas.openxmlformats.org/drawingml/2006/main">
            <a:pPr>
              <a:spcAft>
                <a:spcPts val="600"/>
              </a:spcAft>
              <a:buNone/>
            </a:pPr>
            <a:r>
              <a:rPr sz="2600">
                <a:latin typeface="Apex New Book"/>
                <a:ea typeface="Apex New Book"/>
                <a:cs typeface="Apex New Book"/>
              </a:rPr>
              <a:t/>
            </a:r>
          </a:p>
          <a:p xmlns:a="http://schemas.openxmlformats.org/drawingml/2006/main">
            <a:pPr>
              <a:spcAft>
                <a:spcPts val="600"/>
              </a:spcAft>
              <a:buNone/>
            </a:pPr>
            <a:r>
              <a:rPr sz="2600">
                <a:latin typeface="Apex New Book"/>
                <a:ea typeface="Apex New Book"/>
                <a:cs typeface="Apex New Book"/>
              </a:rPr>
              <a:t>SECTION 3: DESIGN PRINCIPLES</a:t>
            </a:r>
          </a:p>
        </p:txBody>
      </p:sp>
      <p:sp>
        <p:nvSpPr>
          <p:cNvPr id="2" name="TextBox 1">
            <a:extLst xmlns:a="http://schemas.openxmlformats.org/drawingml/2006/main">
              <a:ext uri="{FF2B5EF4-FFF2-40B4-BE49-F238E27FC236}">
                <a16:creationId xmlns:a16="http://schemas.microsoft.com/office/drawing/2014/main" id="{684F16A1-FB35-DBF2-6EE4-A4C7BDECC8F3}"/>
              </a:ext>
            </a:extLst>
          </p:cNvPr>
          <p:cNvSpPr>
            <a:spLocks xmlns:a="http://schemas.openxmlformats.org/drawingml/2006/main" noGrp="1"/>
          </p:cNvSpPr>
          <p:nvPr/>
        </p:nvSpPr>
        <p:spPr>
          <a:xfrm xmlns:a="http://schemas.openxmlformats.org/drawingml/2006/main">
            <a:off x="6405480" y="1927265"/>
            <a:ext cx="3965742" cy="3566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SECTION 4: A PAGE TEMPLATE</a:t>
            </a:r>
          </a:p>
          <a:p xmlns:a="http://schemas.openxmlformats.org/drawingml/2006/main">
            <a:pPr>
              <a:spcAft>
                <a:spcPts val="600"/>
              </a:spcAft>
              <a:buNone/>
            </a:pPr>
            <a:r>
              <a:rPr sz="2600">
                <a:latin typeface="Apex New Book"/>
                <a:ea typeface="Apex New Book"/>
                <a:cs typeface="Apex New Book"/>
              </a:rPr>
              <a:t/>
            </a:r>
          </a:p>
          <a:p xmlns:a="http://schemas.openxmlformats.org/drawingml/2006/main">
            <a:pPr>
              <a:spcAft>
                <a:spcPts val="600"/>
              </a:spcAft>
              <a:buNone/>
            </a:pPr>
            <a:r>
              <a:rPr sz="2600">
                <a:latin typeface="Apex New Book"/>
                <a:ea typeface="Apex New Book"/>
                <a:cs typeface="Apex New Book"/>
              </a:rPr>
              <a:t>SECTION 5: MOBILE INTERACTION</a:t>
            </a:r>
          </a:p>
        </p:txBody>
      </p:sp>
    </p:spTree>
    <p:extLst>
      <p:ext uri="{BB962C8B-B14F-4D97-AF65-F5344CB8AC3E}">
        <p14:creationId xmlns:p14="http://schemas.microsoft.com/office/powerpoint/2010/main" val="2121892502"/>
      </p:ext>
    </p:extLst>
  </p:cSld>
</p:sld>
</file>

<file path=ppt/slides/slide4.xml><?xml version="1.0" encoding="utf-8"?>
<p:sld xmlns:p="http://schemas.openxmlformats.org/presentationml/2006/main">
  <p:cSld>
    <p:bg>
      <p:bgPr>
        <a:solidFill xmlns:a="http://schemas.openxmlformats.org/drawingml/2006/main">
          <a:schemeClr val="accent1"/>
        </a:solidFill>
      </p:bgPr>
    </p:bg>
    <p:spTree>
      <p:nvGrpSpPr>
        <p:cNvPr id="1" name=""/>
        <p:cNvGrpSpPr/>
        <p:nvPr/>
      </p:nvGrpSpPr>
      <p:grpSpPr>
        <a:xfrm xmlns:a="http://schemas.openxmlformats.org/drawingml/2006/main"/>
      </p:grpSpPr>
      <p:sp useBgFill="1">
        <p:nvSpPr>
          <p:cNvPr id="4" name="TextBox 3">
            <a:extLst xmlns:a="http://schemas.openxmlformats.org/drawingml/2006/main">
              <a:ext uri="{FF2B5EF4-FFF2-40B4-BE49-F238E27FC236}">
                <a16:creationId xmlns:a16="http://schemas.microsoft.com/office/drawing/2014/main" id="{0ADFF174-6F14-CE23-1245-3B1ED1EAB010}"/>
              </a:ext>
            </a:extLst>
          </p:cNvPr>
          <p:cNvSpPr>
            <a:spLocks xmlns:a="http://schemas.openxmlformats.org/drawingml/2006/main" noGrp="1"/>
          </p:cNvSpPr>
          <p:nvPr/>
        </p:nvSpPr>
        <p:spPr>
          <a:xfrm xmlns:a="http://schemas.openxmlformats.org/drawingml/2006/main">
            <a:off x="803190" y="407773"/>
            <a:ext cx="5609967" cy="237744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5000" b="1">
                <a:solidFill>
                  <a:schemeClr val="bg1"/>
                </a:solidFill>
                <a:latin typeface="Century Gothic"/>
                <a:ea typeface="Century Gothic"/>
                <a:cs typeface="Century Gothic"/>
              </a:rPr>
              <a:t>SECTION 1: DESIGNING FOR PEOPLE</a:t>
            </a:r>
          </a:p>
        </p:txBody>
      </p:sp>
      <p:sp>
        <p:nvSpPr>
          <p:cNvPr id="2" name="TextBox 1">
            <a:extLst xmlns:a="http://schemas.openxmlformats.org/drawingml/2006/main">
              <a:ext uri="{FF2B5EF4-FFF2-40B4-BE49-F238E27FC236}">
                <a16:creationId xmlns:a16="http://schemas.microsoft.com/office/drawing/2014/main" id="{1B995C58-F254-6E81-368B-3A1D174100D8}"/>
              </a:ext>
            </a:extLst>
          </p:cNvPr>
          <p:cNvSpPr>
            <a:spLocks xmlns:a="http://schemas.openxmlformats.org/drawingml/2006/main" noGrp="1"/>
          </p:cNvSpPr>
          <p:nvPr/>
        </p:nvSpPr>
        <p:spPr>
          <a:xfrm xmlns:a="http://schemas.openxmlformats.org/drawingml/2006/main">
            <a:off x="2478593" y="2589357"/>
            <a:ext cx="7705929" cy="1384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latin typeface="Adobe Garamond Pro Bold"/>
                <a:ea typeface="Adobe Garamond Pro Bold"/>
                <a:cs typeface="Adobe Garamond Pro Bold"/>
              </a:rPr>
              <a:t>Design begins with the people who will use the experience.</a:t>
            </a:r>
          </a:p>
        </p:txBody>
      </p:sp>
    </p:spTree>
    <p:extLst>
      <p:ext uri="{BB962C8B-B14F-4D97-AF65-F5344CB8AC3E}">
        <p14:creationId xmlns:p14="http://schemas.microsoft.com/office/powerpoint/2010/main" val="3889736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UX AND UI</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405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User experience describes how the whole interaction works and feels. User interface describes the visible controls and elements people use. Digital marketing needs both: a clear message and an interface that makes the next step easy.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be88c6bd4f54902"/>
          <a:stretch xmlns:a="http://schemas.openxmlformats.org/drawingml/2006/main"/>
        </p:blipFill>
        <p:spPr>
          <a:xfrm xmlns:a="http://schemas.openxmlformats.org/drawingml/2006/main">
            <a:off x="6191250" y="1325563"/>
            <a:ext cx="5524500" cy="3683000"/>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HUMAN-CENTERED DESIGN</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057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Human-centered design starts with the audience’s needs, behaviors, abilities, and context.</a:t>
            </a:r>
          </a:p>
          <a:p xmlns:a="http://schemas.openxmlformats.org/drawingml/2006/main">
            <a:pPr marL="342900" indent="-342900">
              <a:buFont typeface="Arial"/>
              <a:buChar char="•"/>
            </a:pPr>
            <a:r>
              <a:rPr sz="2400">
                <a:latin typeface="Apex New Light"/>
                <a:ea typeface="Apex New Light"/>
                <a:cs typeface="Apex New Light"/>
              </a:rPr>
              <a:t>• Learn from the people who will use the material.</a:t>
            </a:r>
          </a:p>
          <a:p xmlns:a="http://schemas.openxmlformats.org/drawingml/2006/main">
            <a:pPr marL="342900" indent="-342900">
              <a:buFont typeface="Arial"/>
              <a:buChar char="•"/>
            </a:pPr>
            <a:r>
              <a:rPr sz="2400">
                <a:latin typeface="Apex New Light"/>
                <a:ea typeface="Apex New Light"/>
                <a:cs typeface="Apex New Light"/>
              </a:rPr>
              <a:t>• Design around their goals and limitations.</a:t>
            </a:r>
          </a:p>
          <a:p xmlns:a="http://schemas.openxmlformats.org/drawingml/2006/main">
            <a:pPr marL="342900" indent="-342900">
              <a:buFont typeface="Arial"/>
              <a:buChar char="•"/>
            </a:pPr>
            <a:r>
              <a:rPr sz="2400">
                <a:latin typeface="Apex New Light"/>
                <a:ea typeface="Apex New Light"/>
                <a:cs typeface="Apex New Light"/>
              </a:rPr>
              <a:t>• Test whether the experience works as intended.</a:t>
            </a:r>
          </a:p>
        </p:txBody>
      </p:sp>
    </p:spTree>
    <p:extLst>
      <p:ext uri="{BB962C8B-B14F-4D97-AF65-F5344CB8AC3E}">
        <p14:creationId xmlns:p14="http://schemas.microsoft.com/office/powerpoint/2010/main" val="417869494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SHORT-TERM MEMORY</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072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Working memory holds only a limited amount of information at once. Dense pages, unclear choices, and unfamiliar controls increase mental effort. Digital marketing should make the most important information easy to notice and process.</a:t>
            </a:r>
          </a:p>
        </p:txBody>
      </p:sp>
    </p:spTree>
    <p:extLst>
      <p:ext uri="{BB962C8B-B14F-4D97-AF65-F5344CB8AC3E}">
        <p14:creationId xmlns:p14="http://schemas.microsoft.com/office/powerpoint/2010/main" val="4178694944"/>
      </p:ext>
    </p:extLst>
  </p:cSld>
</p:sld>
</file>

<file path=ppt/slides/slide8.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C7B19C96-5D82-012F-8729-3E6D9E53B949}"/>
              </a:ext>
            </a:extLst>
          </p:cNvPr>
          <p:cNvSpPr>
            <a:spLocks xmlns:a="http://schemas.openxmlformats.org/drawingml/2006/main" noGrp="1"/>
          </p:cNvSpPr>
          <p:nvPr/>
        </p:nvSpPr>
        <p:spPr>
          <a:xfrm xmlns:a="http://schemas.openxmlformats.org/drawingml/2006/main">
            <a:off x="803190" y="407773"/>
            <a:ext cx="5609967"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00637C"/>
                </a:solidFill>
                <a:latin typeface="Century Gothic"/>
                <a:ea typeface="Century Gothic"/>
                <a:cs typeface="Century Gothic"/>
              </a:rPr>
              <a:t>SECTION 2: LAWS OF UX</a:t>
            </a:r>
          </a:p>
        </p:txBody>
      </p:sp>
      <p:sp>
        <p:nvSpPr>
          <p:cNvPr id="5" name="TextBox 4">
            <a:extLst xmlns:a="http://schemas.openxmlformats.org/drawingml/2006/main">
              <a:ext uri="{FF2B5EF4-FFF2-40B4-BE49-F238E27FC236}">
                <a16:creationId xmlns:a16="http://schemas.microsoft.com/office/drawing/2014/main" id="{F511E7B9-E7CA-19FE-E051-E69B2B8DF370}"/>
              </a:ext>
            </a:extLst>
          </p:cNvPr>
          <p:cNvSpPr>
            <a:spLocks xmlns:a="http://schemas.openxmlformats.org/drawingml/2006/main" noGrp="1"/>
          </p:cNvSpPr>
          <p:nvPr/>
        </p:nvSpPr>
        <p:spPr>
          <a:xfrm xmlns:a="http://schemas.openxmlformats.org/drawingml/2006/main">
            <a:off x="2478593" y="2589357"/>
            <a:ext cx="7705929" cy="1384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rgbClr val="00637C"/>
                </a:solidFill>
                <a:latin typeface="Adobe Garamond Pro Bold"/>
                <a:ea typeface="Adobe Garamond Pro Bold"/>
                <a:cs typeface="Adobe Garamond Pro Bold"/>
              </a:rPr>
              <a:t>Design choices can reduce cognitive load and support familiar behavior.</a:t>
            </a:r>
            <a:endParaRPr sz="2800" b="1" i="1">
              <a:solidFill>
                <a:srgbClr val="00637C"/>
              </a:solidFill>
              <a:latin typeface="Adobe Garamond Pro Bold"/>
              <a:ea typeface="Adobe Garamond Pro Bold"/>
              <a:cs typeface="Adobe Garamond Pro Bold"/>
            </a:endParaRPr>
          </a:p>
        </p:txBody>
      </p:sp>
    </p:spTree>
    <p:extLst>
      <p:ext uri="{BB962C8B-B14F-4D97-AF65-F5344CB8AC3E}">
        <p14:creationId xmlns:p14="http://schemas.microsoft.com/office/powerpoint/2010/main" val="290871935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WALL OF TEXT</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865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A large, uninterrupted paragraph makes readers work harder to find what matters. Reduce cognitive load by shortening, grouping, and labeling related information.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ffdb75c18c94bee"/>
          <a:stretch xmlns:a="http://schemas.openxmlformats.org/drawingml/2006/main"/>
        </p:blipFill>
        <p:spPr>
          <a:xfrm xmlns:a="http://schemas.openxmlformats.org/drawingml/2006/main">
            <a:off x="4905375" y="1482328"/>
            <a:ext cx="6667500" cy="3750469"/>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CHUNKING</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46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Chunking groups related information into clear sections. Headings, spacing, scale, and dividers help users scan the page and understand how ideas relate.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1bb0a9fc75842a7"/>
          <a:stretch xmlns:a="http://schemas.openxmlformats.org/drawingml/2006/main"/>
        </p:blipFill>
        <p:spPr>
          <a:xfrm xmlns:a="http://schemas.openxmlformats.org/drawingml/2006/main">
            <a:off x="4476750" y="1361777"/>
            <a:ext cx="7096125" cy="3991570"/>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CHOICE AND DISTINCTION</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405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Hick’s Law explains why more complex choices take longer. The Von Restorff Effect predicts that the item that differs from similar items is more likely to be remembered. Highlight the recommended action without adding unnecessary choices.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af1696f51fd4ae6"/>
          <a:stretch xmlns:a="http://schemas.openxmlformats.org/drawingml/2006/main"/>
        </p:blipFill>
        <p:spPr>
          <a:xfrm xmlns:a="http://schemas.openxmlformats.org/drawingml/2006/main">
            <a:off x="6191250" y="1613297"/>
            <a:ext cx="5524500" cy="3107531"/>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2.xml><?xml version="1.0" encoding="utf-8"?>
<p:sld xmlns:p="http://schemas.openxmlformats.org/presentationml/2006/main">
  <p:cSld>
    <p:bg>
      <p:bgPr>
        <a:solidFill xmlns:a="http://schemas.openxmlformats.org/drawingml/2006/main">
          <a:schemeClr val="accent1"/>
        </a:solidFill>
      </p:bgPr>
    </p:bg>
    <p:spTree>
      <p:nvGrpSpPr>
        <p:cNvPr id="1" name=""/>
        <p:cNvGrpSpPr/>
        <p:nvPr/>
      </p:nvGrpSpPr>
      <p:grpSpPr>
        <a:xfrm xmlns:a="http://schemas.openxmlformats.org/drawingml/2006/main"/>
      </p:grpSpPr>
      <p:sp useBgFill="1">
        <p:nvSpPr>
          <p:cNvPr id="4" name="TextBox 3">
            <a:extLst xmlns:a="http://schemas.openxmlformats.org/drawingml/2006/main">
              <a:ext uri="{FF2B5EF4-FFF2-40B4-BE49-F238E27FC236}">
                <a16:creationId xmlns:a16="http://schemas.microsoft.com/office/drawing/2014/main" id="{0ADFF174-6F14-CE23-1245-3B1ED1EAB010}"/>
              </a:ext>
            </a:extLst>
          </p:cNvPr>
          <p:cNvSpPr>
            <a:spLocks xmlns:a="http://schemas.openxmlformats.org/drawingml/2006/main" noGrp="1"/>
          </p:cNvSpPr>
          <p:nvPr/>
        </p:nvSpPr>
        <p:spPr>
          <a:xfrm xmlns:a="http://schemas.openxmlformats.org/drawingml/2006/main">
            <a:off x="803190" y="407773"/>
            <a:ext cx="5609967" cy="237744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5000" b="1">
                <a:solidFill>
                  <a:schemeClr val="bg1"/>
                </a:solidFill>
                <a:latin typeface="Century Gothic"/>
                <a:ea typeface="Century Gothic"/>
                <a:cs typeface="Century Gothic"/>
              </a:rPr>
              <a:t>SECTION 3: DESIGN PRINCIPLES</a:t>
            </a:r>
          </a:p>
        </p:txBody>
      </p:sp>
      <p:sp>
        <p:nvSpPr>
          <p:cNvPr id="2" name="TextBox 1">
            <a:extLst xmlns:a="http://schemas.openxmlformats.org/drawingml/2006/main">
              <a:ext uri="{FF2B5EF4-FFF2-40B4-BE49-F238E27FC236}">
                <a16:creationId xmlns:a16="http://schemas.microsoft.com/office/drawing/2014/main" id="{1B995C58-F254-6E81-368B-3A1D174100D8}"/>
              </a:ext>
            </a:extLst>
          </p:cNvPr>
          <p:cNvSpPr>
            <a:spLocks xmlns:a="http://schemas.openxmlformats.org/drawingml/2006/main" noGrp="1"/>
          </p:cNvSpPr>
          <p:nvPr/>
        </p:nvSpPr>
        <p:spPr>
          <a:xfrm xmlns:a="http://schemas.openxmlformats.org/drawingml/2006/main">
            <a:off x="2478593" y="2589357"/>
            <a:ext cx="7705929" cy="1384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latin typeface="Adobe Garamond Pro Bold"/>
                <a:ea typeface="Adobe Garamond Pro Bold"/>
                <a:cs typeface="Adobe Garamond Pro Bold"/>
              </a:rPr>
              <a:t>Visual structure tells people what belongs together and what matters most.</a:t>
            </a:r>
          </a:p>
        </p:txBody>
      </p:sp>
    </p:spTree>
    <p:extLst>
      <p:ext uri="{BB962C8B-B14F-4D97-AF65-F5344CB8AC3E}">
        <p14:creationId xmlns:p14="http://schemas.microsoft.com/office/powerpoint/2010/main" val="3889736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ALIGNMENT AND PROXIMITY</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46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Alignment creates order and connection. Proximity groups related items so users can understand the page more quickly.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759688c2b8406d"/>
          <a:stretch xmlns:a="http://schemas.openxmlformats.org/drawingml/2006/main"/>
        </p:blipFill>
        <p:spPr>
          <a:xfrm xmlns:a="http://schemas.openxmlformats.org/drawingml/2006/main">
            <a:off x="6310313" y="523875"/>
            <a:ext cx="5286375" cy="5286375"/>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HIERARCHY</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46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Hierarchy gives more visual weight to the most important message. Contrast makes that difference visible through size, weight, color, or placement.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29b2cc6738e452b"/>
          <a:stretch xmlns:a="http://schemas.openxmlformats.org/drawingml/2006/main"/>
        </p:blipFill>
        <p:spPr>
          <a:xfrm xmlns:a="http://schemas.openxmlformats.org/drawingml/2006/main">
            <a:off x="6772275" y="619125"/>
            <a:ext cx="4076700" cy="5095875"/>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SPACE + COLOR</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3261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White space gives elements room to breathe and helps direct attention. Color can emphasize actions and reinforce a brand, but text and backgrounds need sufficient contrast for readability.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ed95cdcd0f48c8"/>
          <a:stretch xmlns:a="http://schemas.openxmlformats.org/drawingml/2006/main"/>
        </p:blipFill>
        <p:spPr>
          <a:xfrm xmlns:a="http://schemas.openxmlformats.org/drawingml/2006/main">
            <a:off x="7114535" y="619125"/>
            <a:ext cx="3392179" cy="5095875"/>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6.xml><?xml version="1.0" encoding="utf-8"?>
<p:sld xmlns:p="http://schemas.openxmlformats.org/presentationml/2006/main">
  <p:cSld>
    <p:bg>
      <p:bgPr>
        <a:solidFill xmlns:a="http://schemas.openxmlformats.org/drawingml/2006/main">
          <a:schemeClr val="accent1"/>
        </a:solidFill>
      </p:bgPr>
    </p:bg>
    <p:spTree>
      <p:nvGrpSpPr>
        <p:cNvPr id="1" name=""/>
        <p:cNvGrpSpPr/>
        <p:nvPr/>
      </p:nvGrpSpPr>
      <p:grpSpPr>
        <a:xfrm xmlns:a="http://schemas.openxmlformats.org/drawingml/2006/main"/>
      </p:grpSpPr>
      <p:sp useBgFill="1">
        <p:nvSpPr>
          <p:cNvPr id="4" name="TextBox 3">
            <a:extLst xmlns:a="http://schemas.openxmlformats.org/drawingml/2006/main">
              <a:ext uri="{FF2B5EF4-FFF2-40B4-BE49-F238E27FC236}">
                <a16:creationId xmlns:a16="http://schemas.microsoft.com/office/drawing/2014/main" id="{0ADFF174-6F14-CE23-1245-3B1ED1EAB010}"/>
              </a:ext>
            </a:extLst>
          </p:cNvPr>
          <p:cNvSpPr>
            <a:spLocks xmlns:a="http://schemas.openxmlformats.org/drawingml/2006/main" noGrp="1"/>
          </p:cNvSpPr>
          <p:nvPr/>
        </p:nvSpPr>
        <p:spPr>
          <a:xfrm xmlns:a="http://schemas.openxmlformats.org/drawingml/2006/main">
            <a:off x="803190" y="407773"/>
            <a:ext cx="5609967" cy="237744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5000" b="1">
                <a:solidFill>
                  <a:schemeClr val="bg1"/>
                </a:solidFill>
                <a:latin typeface="Century Gothic"/>
                <a:ea typeface="Century Gothic"/>
                <a:cs typeface="Century Gothic"/>
              </a:rPr>
              <a:t>SECTION 4: A PAGE TEMPLATE</a:t>
            </a:r>
          </a:p>
        </p:txBody>
      </p:sp>
      <p:sp>
        <p:nvSpPr>
          <p:cNvPr id="2" name="TextBox 1">
            <a:extLst xmlns:a="http://schemas.openxmlformats.org/drawingml/2006/main">
              <a:ext uri="{FF2B5EF4-FFF2-40B4-BE49-F238E27FC236}">
                <a16:creationId xmlns:a16="http://schemas.microsoft.com/office/drawing/2014/main" id="{1B995C58-F254-6E81-368B-3A1D174100D8}"/>
              </a:ext>
            </a:extLst>
          </p:cNvPr>
          <p:cNvSpPr>
            <a:spLocks xmlns:a="http://schemas.openxmlformats.org/drawingml/2006/main" noGrp="1"/>
          </p:cNvSpPr>
          <p:nvPr/>
        </p:nvSpPr>
        <p:spPr>
          <a:xfrm xmlns:a="http://schemas.openxmlformats.org/drawingml/2006/main">
            <a:off x="2478593" y="2589357"/>
            <a:ext cx="7705929" cy="1384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latin typeface="Adobe Garamond Pro Bold"/>
                <a:ea typeface="Adobe Garamond Pro Bold"/>
                <a:cs typeface="Adobe Garamond Pro Bold"/>
              </a:rPr>
              <a:t>A focused homepage answers the user’s main questions above the fold.</a:t>
            </a:r>
          </a:p>
        </p:txBody>
      </p:sp>
    </p:spTree>
    <p:extLst>
      <p:ext uri="{BB962C8B-B14F-4D97-AF65-F5344CB8AC3E}">
        <p14:creationId xmlns:p14="http://schemas.microsoft.com/office/powerpoint/2010/main" val="38897364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THE THREE QUESTIONS</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3093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A homepage or landing page should quickly answer:</a:t>
            </a:r>
          </a:p>
          <a:p xmlns:a="http://schemas.openxmlformats.org/drawingml/2006/main">
            <a:pPr>
              <a:spcAft>
                <a:spcPts val="600"/>
              </a:spcAft>
              <a:buNone/>
            </a:pPr>
            <a:r>
              <a:rPr sz="2600">
                <a:latin typeface="Apex New Book"/>
                <a:ea typeface="Apex New Book"/>
                <a:cs typeface="Apex New Book"/>
              </a:rPr>
              <a:t>1. Who or what are you?</a:t>
            </a:r>
          </a:p>
          <a:p xmlns:a="http://schemas.openxmlformats.org/drawingml/2006/main">
            <a:pPr>
              <a:spcAft>
                <a:spcPts val="600"/>
              </a:spcAft>
              <a:buNone/>
            </a:pPr>
            <a:r>
              <a:rPr sz="2600">
                <a:latin typeface="Apex New Book"/>
                <a:ea typeface="Apex New Book"/>
                <a:cs typeface="Apex New Book"/>
              </a:rPr>
              <a:t>2. Why should customers buy from you?</a:t>
            </a:r>
          </a:p>
          <a:p xmlns:a="http://schemas.openxmlformats.org/drawingml/2006/main">
            <a:pPr>
              <a:spcAft>
                <a:spcPts val="600"/>
              </a:spcAft>
              <a:buNone/>
            </a:pPr>
            <a:r>
              <a:rPr sz="2600">
                <a:latin typeface="Apex New Book"/>
                <a:ea typeface="Apex New Book"/>
                <a:cs typeface="Apex New Book"/>
              </a:rPr>
              <a:t>3. What should they do next?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ce58c7635734c83"/>
          <a:stretch xmlns:a="http://schemas.openxmlformats.org/drawingml/2006/main"/>
        </p:blipFill>
        <p:spPr>
          <a:xfrm xmlns:a="http://schemas.openxmlformats.org/drawingml/2006/main">
            <a:off x="5143500" y="1966335"/>
            <a:ext cx="6191250" cy="2639580"/>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PAGE TEMPLATE</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865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Use a vivid image, a short headline, concise supporting information, and a clear call to action. Chunk any extra details and leave enough white space for the page to remain readable.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7b1acf4baee4cb4"/>
          <a:stretch xmlns:a="http://schemas.openxmlformats.org/drawingml/2006/main"/>
        </p:blipFill>
        <p:spPr>
          <a:xfrm xmlns:a="http://schemas.openxmlformats.org/drawingml/2006/main">
            <a:off x="4786313" y="1190625"/>
            <a:ext cx="6429375" cy="4286250"/>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19.xml><?xml version="1.0" encoding="utf-8"?>
<p:sld xmlns:p="http://schemas.openxmlformats.org/presentationml/2006/main">
  <p:cSld>
    <p:bg>
      <p:bgPr>
        <a:solidFill xmlns:a="http://schemas.openxmlformats.org/drawingml/2006/main">
          <a:schemeClr val="accent1"/>
        </a:solidFill>
      </p:bgPr>
    </p:bg>
    <p:spTree>
      <p:nvGrpSpPr>
        <p:cNvPr id="1" name=""/>
        <p:cNvGrpSpPr/>
        <p:nvPr/>
      </p:nvGrpSpPr>
      <p:grpSpPr>
        <a:xfrm xmlns:a="http://schemas.openxmlformats.org/drawingml/2006/main"/>
      </p:grpSpPr>
      <p:sp useBgFill="1">
        <p:nvSpPr>
          <p:cNvPr id="4" name="TextBox 3">
            <a:extLst xmlns:a="http://schemas.openxmlformats.org/drawingml/2006/main">
              <a:ext uri="{FF2B5EF4-FFF2-40B4-BE49-F238E27FC236}">
                <a16:creationId xmlns:a16="http://schemas.microsoft.com/office/drawing/2014/main" id="{0ADFF174-6F14-CE23-1245-3B1ED1EAB010}"/>
              </a:ext>
            </a:extLst>
          </p:cNvPr>
          <p:cNvSpPr>
            <a:spLocks xmlns:a="http://schemas.openxmlformats.org/drawingml/2006/main" noGrp="1"/>
          </p:cNvSpPr>
          <p:nvPr/>
        </p:nvSpPr>
        <p:spPr>
          <a:xfrm xmlns:a="http://schemas.openxmlformats.org/drawingml/2006/main">
            <a:off x="803190" y="407773"/>
            <a:ext cx="5609967" cy="237744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5000" b="1">
                <a:solidFill>
                  <a:schemeClr val="bg1"/>
                </a:solidFill>
                <a:latin typeface="Century Gothic"/>
                <a:ea typeface="Century Gothic"/>
                <a:cs typeface="Century Gothic"/>
              </a:rPr>
              <a:t>SECTION 5: MOBILE INTERACTION</a:t>
            </a:r>
          </a:p>
        </p:txBody>
      </p:sp>
      <p:sp>
        <p:nvSpPr>
          <p:cNvPr id="2" name="TextBox 1">
            <a:extLst xmlns:a="http://schemas.openxmlformats.org/drawingml/2006/main">
              <a:ext uri="{FF2B5EF4-FFF2-40B4-BE49-F238E27FC236}">
                <a16:creationId xmlns:a16="http://schemas.microsoft.com/office/drawing/2014/main" id="{1B995C58-F254-6E81-368B-3A1D174100D8}"/>
              </a:ext>
            </a:extLst>
          </p:cNvPr>
          <p:cNvSpPr>
            <a:spLocks xmlns:a="http://schemas.openxmlformats.org/drawingml/2006/main" noGrp="1"/>
          </p:cNvSpPr>
          <p:nvPr/>
        </p:nvSpPr>
        <p:spPr>
          <a:xfrm xmlns:a="http://schemas.openxmlformats.org/drawingml/2006/main">
            <a:off x="2478593" y="2589357"/>
            <a:ext cx="7705929" cy="1384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latin typeface="Adobe Garamond Pro Bold"/>
                <a:ea typeface="Adobe Garamond Pro Bold"/>
                <a:cs typeface="Adobe Garamond Pro Bold"/>
              </a:rPr>
              <a:t>Mobile design accounts for changing grips, thumb reach, and attention at the center of the screen.</a:t>
            </a:r>
          </a:p>
        </p:txBody>
      </p:sp>
    </p:spTree>
    <p:extLst>
      <p:ext uri="{BB962C8B-B14F-4D97-AF65-F5344CB8AC3E}">
        <p14:creationId xmlns:p14="http://schemas.microsoft.com/office/powerpoint/2010/main" val="38897364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MOBILE GRIP PATTERNS</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46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People hold phones in several ways and frequently shift their grip. Mobile experiences should not depend on one assumed hand position.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9d8aa9490e4a72"/>
          <a:stretch xmlns:a="http://schemas.openxmlformats.org/drawingml/2006/main"/>
        </p:blipFill>
        <p:spPr>
          <a:xfrm xmlns:a="http://schemas.openxmlformats.org/drawingml/2006/main">
            <a:off x="6191250" y="1331390"/>
            <a:ext cx="5524500" cy="3671345"/>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8B3926F2-8AD5-7582-6E88-B50737980B3A}"/>
              </a:ext>
            </a:extLst>
          </p:cNvPr>
          <p:cNvSpPr>
            <a:spLocks xmlns:a="http://schemas.openxmlformats.org/drawingml/2006/main" noGrp="1"/>
          </p:cNvSpPr>
          <p:nvPr/>
        </p:nvSpPr>
        <p:spPr>
          <a:xfrm xmlns:a="http://schemas.openxmlformats.org/drawingml/2006/main">
            <a:off x="271850" y="328399"/>
            <a:ext cx="5824150"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a:solidFill>
                  <a:srgbClr val="DDAF4C"/>
                </a:solidFill>
                <a:latin typeface="Century Gothic"/>
                <a:ea typeface="Century Gothic"/>
                <a:cs typeface="Century Gothic"/>
              </a:rPr>
              <a:t>TOUCH-FRIENDLY DESIGN</a:t>
            </a:r>
            <a:endParaRPr sz="5000" b="1">
              <a:solidFill>
                <a:schemeClr val="bg1"/>
              </a:solidFill>
              <a:latin typeface="Century Gothic"/>
              <a:ea typeface="Century Gothic"/>
              <a:cs typeface="Century Gothic"/>
            </a:endParaRPr>
          </a:p>
        </p:txBody>
      </p:sp>
      <p:sp>
        <p:nvSpPr>
          <p:cNvPr id="3" name="TextBox 2">
            <a:extLst xmlns:a="http://schemas.openxmlformats.org/drawingml/2006/main">
              <a:ext uri="{FF2B5EF4-FFF2-40B4-BE49-F238E27FC236}">
                <a16:creationId xmlns:a16="http://schemas.microsoft.com/office/drawing/2014/main" id="{87E8D233-D228-2507-59CA-75202A9B634B}"/>
              </a:ext>
            </a:extLst>
          </p:cNvPr>
          <p:cNvSpPr>
            <a:spLocks xmlns:a="http://schemas.openxmlformats.org/drawingml/2006/main" noGrp="1"/>
          </p:cNvSpPr>
          <p:nvPr/>
        </p:nvSpPr>
        <p:spPr>
          <a:xfrm xmlns:a="http://schemas.openxmlformats.org/drawingml/2006/main">
            <a:off x="614280" y="1703684"/>
            <a:ext cx="4086058" cy="2865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People read and tap most accurately near the center of the screen. Place primary content in the center, secondary actions along the edges, and less important functions behind menus.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4db628534734096"/>
          <a:stretch xmlns:a="http://schemas.openxmlformats.org/drawingml/2006/main"/>
        </p:blipFill>
        <p:spPr>
          <a:xfrm xmlns:a="http://schemas.openxmlformats.org/drawingml/2006/main">
            <a:off x="6191250" y="1447941"/>
            <a:ext cx="5524500" cy="3438244"/>
          </a:xfrm>
          <a:prstGeom xmlns:a="http://schemas.openxmlformats.org/drawingml/2006/main" prst="rect">
            <a:avLst/>
          </a:prstGeom>
        </p:spPr>
      </p:pic>
    </p:spTree>
    <p:extLst>
      <p:ext uri="{BB962C8B-B14F-4D97-AF65-F5344CB8AC3E}">
        <p14:creationId xmlns:p14="http://schemas.microsoft.com/office/powerpoint/2010/main" val="196960777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KEY TAKEAWAYS</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026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User experience includes the full interaction. User interface includes the visible controls.</a:t>
            </a:r>
          </a:p>
          <a:p xmlns:a="http://schemas.openxmlformats.org/drawingml/2006/main">
            <a:pPr marL="342900" indent="-342900">
              <a:buFont typeface="Arial"/>
              <a:buChar char="•"/>
            </a:pPr>
            <a:r>
              <a:rPr sz="2400">
                <a:latin typeface="Apex New Light"/>
                <a:ea typeface="Apex New Light"/>
                <a:cs typeface="Apex New Light"/>
              </a:rPr>
              <a:t>• Human-centered design begins with the audience.</a:t>
            </a:r>
          </a:p>
          <a:p xmlns:a="http://schemas.openxmlformats.org/drawingml/2006/main">
            <a:pPr marL="342900" indent="-342900">
              <a:buFont typeface="Arial"/>
              <a:buChar char="•"/>
            </a:pPr>
            <a:r>
              <a:rPr sz="2400">
                <a:latin typeface="Apex New Light"/>
                <a:ea typeface="Apex New Light"/>
                <a:cs typeface="Apex New Light"/>
              </a:rPr>
              <a:t>• Design around real needs, behaviors, abilities, and context.</a:t>
            </a:r>
          </a:p>
        </p:txBody>
      </p:sp>
    </p:spTree>
    <p:extLst>
      <p:ext uri="{BB962C8B-B14F-4D97-AF65-F5344CB8AC3E}">
        <p14:creationId xmlns:p14="http://schemas.microsoft.com/office/powerpoint/2010/main" val="417869494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KEY TAKEAWAYS</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057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Short-term memory is limited, so digital content must reduce unnecessary cognitive load.</a:t>
            </a:r>
          </a:p>
          <a:p xmlns:a="http://schemas.openxmlformats.org/drawingml/2006/main">
            <a:pPr marL="342900" indent="-342900">
              <a:buFont typeface="Arial"/>
              <a:buChar char="•"/>
            </a:pPr>
            <a:r>
              <a:rPr sz="2400">
                <a:latin typeface="Apex New Light"/>
                <a:ea typeface="Apex New Light"/>
                <a:cs typeface="Apex New Light"/>
              </a:rPr>
              <a:t>• Break dense information into related chunks.</a:t>
            </a:r>
          </a:p>
          <a:p xmlns:a="http://schemas.openxmlformats.org/drawingml/2006/main">
            <a:pPr marL="342900" indent="-342900">
              <a:buFont typeface="Arial"/>
              <a:buChar char="•"/>
            </a:pPr>
            <a:r>
              <a:rPr sz="2400">
                <a:latin typeface="Apex New Light"/>
                <a:ea typeface="Apex New Light"/>
                <a:cs typeface="Apex New Light"/>
              </a:rPr>
              <a:t>• Limit choices and make the recommended action distinctive.</a:t>
            </a:r>
          </a:p>
        </p:txBody>
      </p:sp>
    </p:spTree>
    <p:extLst>
      <p:ext uri="{BB962C8B-B14F-4D97-AF65-F5344CB8AC3E}">
        <p14:creationId xmlns:p14="http://schemas.microsoft.com/office/powerpoint/2010/main" val="417869494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KEY TAKEAWAYS</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423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People expect websites to use familiar patterns and controls.</a:t>
            </a:r>
          </a:p>
          <a:p xmlns:a="http://schemas.openxmlformats.org/drawingml/2006/main">
            <a:pPr marL="342900" indent="-342900">
              <a:buFont typeface="Arial"/>
              <a:buChar char="•"/>
            </a:pPr>
            <a:r>
              <a:rPr sz="2400">
                <a:latin typeface="Apex New Light"/>
                <a:ea typeface="Apex New Light"/>
                <a:cs typeface="Apex New Light"/>
              </a:rPr>
              <a:t>• Alignment and proximity create order and relationships.</a:t>
            </a:r>
          </a:p>
          <a:p xmlns:a="http://schemas.openxmlformats.org/drawingml/2006/main">
            <a:pPr marL="342900" indent="-342900">
              <a:buFont typeface="Arial"/>
              <a:buChar char="•"/>
            </a:pPr>
            <a:r>
              <a:rPr sz="2400">
                <a:latin typeface="Apex New Light"/>
                <a:ea typeface="Apex New Light"/>
                <a:cs typeface="Apex New Light"/>
              </a:rPr>
              <a:t>• Hierarchy, contrast, space, repetition, and color guide attention.</a:t>
            </a:r>
          </a:p>
        </p:txBody>
      </p:sp>
    </p:spTree>
    <p:extLst>
      <p:ext uri="{BB962C8B-B14F-4D97-AF65-F5344CB8AC3E}">
        <p14:creationId xmlns:p14="http://schemas.microsoft.com/office/powerpoint/2010/main" val="417869494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KEY TAKEAWAYS</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423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A focused homepage answers who you are, why customers should buy, and what they should do next.</a:t>
            </a:r>
          </a:p>
          <a:p xmlns:a="http://schemas.openxmlformats.org/drawingml/2006/main">
            <a:pPr marL="342900" indent="-342900">
              <a:buFont typeface="Arial"/>
              <a:buChar char="•"/>
            </a:pPr>
            <a:r>
              <a:rPr sz="2400">
                <a:latin typeface="Apex New Light"/>
                <a:ea typeface="Apex New Light"/>
                <a:cs typeface="Apex New Light"/>
              </a:rPr>
              <a:t>• Keep the headline and supporting information concise.</a:t>
            </a:r>
          </a:p>
          <a:p xmlns:a="http://schemas.openxmlformats.org/drawingml/2006/main">
            <a:pPr marL="342900" indent="-342900">
              <a:buFont typeface="Arial"/>
              <a:buChar char="•"/>
            </a:pPr>
            <a:r>
              <a:rPr sz="2400">
                <a:latin typeface="Apex New Light"/>
                <a:ea typeface="Apex New Light"/>
                <a:cs typeface="Apex New Light"/>
              </a:rPr>
              <a:t>• Use one clear call to action and enough white space.</a:t>
            </a:r>
          </a:p>
        </p:txBody>
      </p:sp>
    </p:spTree>
    <p:extLst>
      <p:ext uri="{BB962C8B-B14F-4D97-AF65-F5344CB8AC3E}">
        <p14:creationId xmlns:p14="http://schemas.microsoft.com/office/powerpoint/2010/main" val="417869494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2F224D25-900A-CB0D-31E1-F5F0798768B3}"/>
              </a:ext>
            </a:extLst>
          </p:cNvPr>
          <p:cNvSpPr>
            <a:spLocks xmlns:a="http://schemas.openxmlformats.org/drawingml/2006/main" noGrp="1"/>
          </p:cNvSpPr>
          <p:nvPr/>
        </p:nvSpPr>
        <p:spPr>
          <a:xfrm xmlns:a="http://schemas.openxmlformats.org/drawingml/2006/main">
            <a:off x="514644" y="586889"/>
            <a:ext cx="11677356" cy="1615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5000" b="1" spc="-150">
                <a:solidFill>
                  <a:srgbClr val="00637C"/>
                </a:solidFill>
                <a:latin typeface="Century Gothic"/>
                <a:ea typeface="Century Gothic"/>
                <a:cs typeface="Century Gothic"/>
              </a:rPr>
              <a:t>KEY TAKEAWAYS</a:t>
            </a:r>
          </a:p>
        </p:txBody>
      </p:sp>
      <p:sp>
        <p:nvSpPr>
          <p:cNvPr id="8" name="TextBox 7">
            <a:extLst xmlns:a="http://schemas.openxmlformats.org/drawingml/2006/main">
              <a:ext uri="{FF2B5EF4-FFF2-40B4-BE49-F238E27FC236}">
                <a16:creationId xmlns:a16="http://schemas.microsoft.com/office/drawing/2014/main" id="{158774D9-74C1-3786-BA30-6C2B11D8E6B7}"/>
              </a:ext>
            </a:extLst>
          </p:cNvPr>
          <p:cNvSpPr>
            <a:spLocks xmlns:a="http://schemas.openxmlformats.org/drawingml/2006/main" noGrp="1"/>
          </p:cNvSpPr>
          <p:nvPr/>
        </p:nvSpPr>
        <p:spPr>
          <a:xfrm xmlns:a="http://schemas.openxmlformats.org/drawingml/2006/main">
            <a:off x="1296069" y="1967371"/>
            <a:ext cx="8136689" cy="2423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600">
                <a:latin typeface="Apex New Book"/>
                <a:ea typeface="Apex New Book"/>
                <a:cs typeface="Apex New Book"/>
              </a:rPr>
              <a:t>Mobile users change grips and interact most accurately near the center of the screen.</a:t>
            </a:r>
          </a:p>
          <a:p xmlns:a="http://schemas.openxmlformats.org/drawingml/2006/main">
            <a:pPr marL="342900" indent="-342900">
              <a:buFont typeface="Arial"/>
              <a:buChar char="•"/>
            </a:pPr>
            <a:r>
              <a:rPr sz="2400">
                <a:latin typeface="Apex New Light"/>
                <a:ea typeface="Apex New Light"/>
                <a:cs typeface="Apex New Light"/>
              </a:rPr>
              <a:t>• Keep primary content central.</a:t>
            </a:r>
          </a:p>
          <a:p xmlns:a="http://schemas.openxmlformats.org/drawingml/2006/main">
            <a:pPr marL="342900" indent="-342900">
              <a:buFont typeface="Arial"/>
              <a:buChar char="•"/>
            </a:pPr>
            <a:r>
              <a:rPr sz="2400">
                <a:latin typeface="Apex New Light"/>
                <a:ea typeface="Apex New Light"/>
                <a:cs typeface="Apex New Light"/>
              </a:rPr>
              <a:t>• Place secondary actions along the top and bottom edges.</a:t>
            </a:r>
          </a:p>
        </p:txBody>
      </p:sp>
    </p:spTree>
    <p:extLst>
      <p:ext uri="{BB962C8B-B14F-4D97-AF65-F5344CB8AC3E}">
        <p14:creationId xmlns:p14="http://schemas.microsoft.com/office/powerpoint/2010/main" val="4178694944"/>
      </p:ext>
    </p:extLst>
  </p:cSld>
</p:sld>
</file>

<file path=ppt/theme/theme1.xml><?xml version="1.0" encoding="utf-8"?>
<a:theme xmlns:a="http://schemas.openxmlformats.org/drawingml/2006/main" name="Office Theme">
  <a:themeElements>
    <a:clrScheme name="Owen Brand Colors">
      <a:dk1>
        <a:srgbClr val="000000"/>
      </a:dk1>
      <a:lt1>
        <a:srgbClr val="FFFFFF"/>
      </a:lt1>
      <a:dk2>
        <a:srgbClr val="4D5259"/>
      </a:dk2>
      <a:lt2>
        <a:srgbClr val="E7E6E6"/>
      </a:lt2>
      <a:accent1>
        <a:srgbClr val="1D627B"/>
      </a:accent1>
      <a:accent2>
        <a:srgbClr val="DDAF4B"/>
      </a:accent2>
      <a:accent3>
        <a:srgbClr val="A5A5A5"/>
      </a:accent3>
      <a:accent4>
        <a:srgbClr val="B03D19"/>
      </a:accent4>
      <a:accent5>
        <a:srgbClr val="59A4D4"/>
      </a:accent5>
      <a:accent6>
        <a:srgbClr val="00A080"/>
      </a:accent6>
      <a:hlink>
        <a:srgbClr val="E6BC52"/>
      </a:hlink>
      <a:folHlink>
        <a:srgbClr val="97002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wen Brand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2026-09-14T22:37:51.7270000Z</dcterms:created>
  <dcterms:modified xsi:type="dcterms:W3CDTF">2026-09-14T22:37:51.7270000Z</dcterms:modified>
</coreProperties>
</file>