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74addefdb44c1d" /><Relationship Type="http://schemas.openxmlformats.org/officeDocument/2006/relationships/extended-properties" Target="/docProps/app.xml" Id="R52cc7d6fd95b42c5" /><Relationship Type="http://schemas.openxmlformats.org/officeDocument/2006/relationships/officeDocument" Target="/ppt/presentation.xml" Id="Ra627f6e14d474c2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776970b679749d6"/>
  </p:sldMasterIdLst>
  <p:notesMasterIdLst>
    <p:notesMasterId xmlns:r="http://schemas.openxmlformats.org/officeDocument/2006/relationships" r:id="R45286e0d4a784761"/>
  </p:notesMasterIdLst>
  <p:sldIdLst>
    <p:sldId xmlns:r="http://schemas.openxmlformats.org/officeDocument/2006/relationships" id="256" r:id="R22f42a666f244e9b"/>
    <p:sldId xmlns:r="http://schemas.openxmlformats.org/officeDocument/2006/relationships" id="257" r:id="R26b2916d46194f75"/>
    <p:sldId xmlns:r="http://schemas.openxmlformats.org/officeDocument/2006/relationships" id="258" r:id="Rf4fceacc4a5e4aef"/>
    <p:sldId xmlns:r="http://schemas.openxmlformats.org/officeDocument/2006/relationships" id="259" r:id="R934cd2ba670244e1"/>
    <p:sldId xmlns:r="http://schemas.openxmlformats.org/officeDocument/2006/relationships" id="260" r:id="R65ad9108d3f744b7"/>
    <p:sldId xmlns:r="http://schemas.openxmlformats.org/officeDocument/2006/relationships" id="261" r:id="Rf17e82e359e84a58"/>
    <p:sldId xmlns:r="http://schemas.openxmlformats.org/officeDocument/2006/relationships" id="262" r:id="R8809031814c44a71"/>
    <p:sldId xmlns:r="http://schemas.openxmlformats.org/officeDocument/2006/relationships" id="263" r:id="R6d5370abb9be4c30"/>
    <p:sldId xmlns:r="http://schemas.openxmlformats.org/officeDocument/2006/relationships" id="264" r:id="R2532be28f8bd4e5f"/>
    <p:sldId xmlns:r="http://schemas.openxmlformats.org/officeDocument/2006/relationships" id="265" r:id="Rbfb022abf1e34317"/>
    <p:sldId xmlns:r="http://schemas.openxmlformats.org/officeDocument/2006/relationships" id="266" r:id="R906c91a582b04e9b"/>
    <p:sldId xmlns:r="http://schemas.openxmlformats.org/officeDocument/2006/relationships" id="267" r:id="R57f708a5b95e4752"/>
    <p:sldId xmlns:r="http://schemas.openxmlformats.org/officeDocument/2006/relationships" id="268" r:id="Rd443086cdf134e57"/>
    <p:sldId xmlns:r="http://schemas.openxmlformats.org/officeDocument/2006/relationships" id="269" r:id="Rf04e92e1ddd14147"/>
    <p:sldId xmlns:r="http://schemas.openxmlformats.org/officeDocument/2006/relationships" id="270" r:id="Re812218cf6104b3c"/>
    <p:sldId xmlns:r="http://schemas.openxmlformats.org/officeDocument/2006/relationships" id="271" r:id="Rfc3eef39a3f64e0d"/>
    <p:sldId xmlns:r="http://schemas.openxmlformats.org/officeDocument/2006/relationships" id="272" r:id="R4de8391574e140d4"/>
    <p:sldId xmlns:r="http://schemas.openxmlformats.org/officeDocument/2006/relationships" id="273" r:id="Rc55fbf6e30f84e64"/>
  </p:sldIdLst>
  <p:sldSz cx="12192000" cy="6858000"/>
  <p:notesSz cx="6858000" cy="9144000"/>
  <p:embeddedFontLst>
    <p:embeddedFont>
      <p:font typeface="Adobe Garamond Pro Bold"/>
      <p:bold xmlns:r="http://schemas.openxmlformats.org/officeDocument/2006/relationships" r:id="R97f22dc0d6634485"/>
      <p:italic xmlns:r="http://schemas.openxmlformats.org/officeDocument/2006/relationships" r:id="Rb6d6a4082af04636"/>
      <p:boldItalic xmlns:r="http://schemas.openxmlformats.org/officeDocument/2006/relationships" r:id="Rb3e67b5057264f7b"/>
    </p:embeddedFont>
    <p:embeddedFont>
      <p:font typeface="Apex New Book"/>
      <p:regular xmlns:r="http://schemas.openxmlformats.org/officeDocument/2006/relationships" r:id="Rc5c7243326c34e18"/>
    </p:embeddedFont>
    <p:embeddedFont>
      <p:font typeface="Apex New Book Italic"/>
      <p:italic xmlns:r="http://schemas.openxmlformats.org/officeDocument/2006/relationships" r:id="Rdda475aea8cb4b16"/>
    </p:embeddedFont>
    <p:embeddedFont>
      <p:font typeface="Apex New Light"/>
      <p:regular xmlns:r="http://schemas.openxmlformats.org/officeDocument/2006/relationships" r:id="Rc1b8b069a4644b6c"/>
    </p:embeddedFont>
    <p:embeddedFont>
      <p:font typeface="Century Gothic"/>
      <p:regular xmlns:r="http://schemas.openxmlformats.org/officeDocument/2006/relationships" r:id="R786ad6a183244687"/>
      <p:bold xmlns:r="http://schemas.openxmlformats.org/officeDocument/2006/relationships" r:id="R6b4d1a687fba4d47"/>
      <p:italic xmlns:r="http://schemas.openxmlformats.org/officeDocument/2006/relationships" r:id="R606b31c35a604228"/>
      <p:boldItalic xmlns:r="http://schemas.openxmlformats.org/officeDocument/2006/relationships" r:id="Rbd7372215e7f4fb3"/>
    </p:embeddedFont>
    <p:embeddedFont>
      <p:font typeface="Garamond"/>
      <p:regular xmlns:r="http://schemas.openxmlformats.org/officeDocument/2006/relationships" r:id="R4dbbbba8510f49c0"/>
      <p:bold xmlns:r="http://schemas.openxmlformats.org/officeDocument/2006/relationships" r:id="R723a9059f13b4205"/>
      <p:italic xmlns:r="http://schemas.openxmlformats.org/officeDocument/2006/relationships" r:id="Rb735c5827468409e"/>
      <p:boldItalic xmlns:r="http://schemas.openxmlformats.org/officeDocument/2006/relationships" r:id="R5e30d5d6bcc3400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3f134bdef542dd" /><Relationship Type="http://schemas.openxmlformats.org/officeDocument/2006/relationships/slideMaster" Target="/ppt/slideMasters/slideMaster1.xml" Id="Rc776970b679749d6" /><Relationship Type="http://schemas.openxmlformats.org/officeDocument/2006/relationships/notesMaster" Target="/ppt/notesMasters/notesMaster1.xml" Id="R45286e0d4a784761" /><Relationship Type="http://schemas.openxmlformats.org/officeDocument/2006/relationships/presProps" Target="/ppt/presProps.xml" Id="Ra563ba4e6aba4886" /><Relationship Type="http://schemas.openxmlformats.org/officeDocument/2006/relationships/viewProps" Target="/ppt/viewProps.xml" Id="R6fdb32dbbb8d4573" /><Relationship Type="http://schemas.openxmlformats.org/officeDocument/2006/relationships/tableStyles" Target="/ppt/tableStyles.xml" Id="R11b727f0a8a542a0" /><Relationship Type="http://schemas.openxmlformats.org/officeDocument/2006/relationships/font" Target="/ppt/fonts/font.dat" Id="R97f22dc0d6634485" /><Relationship Type="http://schemas.openxmlformats.org/officeDocument/2006/relationships/font" Target="/ppt/fonts/font2.dat" Id="Rb6d6a4082af04636" /><Relationship Type="http://schemas.openxmlformats.org/officeDocument/2006/relationships/font" Target="/ppt/fonts/font3.dat" Id="Rb3e67b5057264f7b" /><Relationship Type="http://schemas.openxmlformats.org/officeDocument/2006/relationships/font" Target="/ppt/fonts/font4.dat" Id="Rc5c7243326c34e18" /><Relationship Type="http://schemas.openxmlformats.org/officeDocument/2006/relationships/font" Target="/ppt/fonts/font5.dat" Id="Rdda475aea8cb4b16" /><Relationship Type="http://schemas.openxmlformats.org/officeDocument/2006/relationships/font" Target="/ppt/fonts/font6.dat" Id="Rc1b8b069a4644b6c" /><Relationship Type="http://schemas.openxmlformats.org/officeDocument/2006/relationships/font" Target="/ppt/fonts/font7.dat" Id="R786ad6a183244687" /><Relationship Type="http://schemas.openxmlformats.org/officeDocument/2006/relationships/font" Target="/ppt/fonts/font8.dat" Id="R6b4d1a687fba4d47" /><Relationship Type="http://schemas.openxmlformats.org/officeDocument/2006/relationships/font" Target="/ppt/fonts/font9.dat" Id="R606b31c35a604228" /><Relationship Type="http://schemas.openxmlformats.org/officeDocument/2006/relationships/font" Target="/ppt/fonts/font10.dat" Id="Rbd7372215e7f4fb3" /><Relationship Type="http://schemas.openxmlformats.org/officeDocument/2006/relationships/font" Target="/ppt/fonts/font11.dat" Id="R4dbbbba8510f49c0" /><Relationship Type="http://schemas.openxmlformats.org/officeDocument/2006/relationships/font" Target="/ppt/fonts/font12.dat" Id="R723a9059f13b4205" /><Relationship Type="http://schemas.openxmlformats.org/officeDocument/2006/relationships/font" Target="/ppt/fonts/font13.dat" Id="Rb735c5827468409e" /><Relationship Type="http://schemas.openxmlformats.org/officeDocument/2006/relationships/font" Target="/ppt/fonts/font14.dat" Id="R5e30d5d6bcc34007" /><Relationship Type="http://schemas.openxmlformats.org/officeDocument/2006/relationships/slide" Target="/ppt/slides/slide1.xml" Id="R22f42a666f244e9b" /><Relationship Type="http://schemas.openxmlformats.org/officeDocument/2006/relationships/slide" Target="/ppt/slides/slide2.xml" Id="R26b2916d46194f75" /><Relationship Type="http://schemas.openxmlformats.org/officeDocument/2006/relationships/slide" Target="/ppt/slides/slide3.xml" Id="Rf4fceacc4a5e4aef" /><Relationship Type="http://schemas.openxmlformats.org/officeDocument/2006/relationships/slide" Target="/ppt/slides/slide4.xml" Id="R934cd2ba670244e1" /><Relationship Type="http://schemas.openxmlformats.org/officeDocument/2006/relationships/slide" Target="/ppt/slides/slide5.xml" Id="R65ad9108d3f744b7" /><Relationship Type="http://schemas.openxmlformats.org/officeDocument/2006/relationships/slide" Target="/ppt/slides/slide6.xml" Id="Rf17e82e359e84a58" /><Relationship Type="http://schemas.openxmlformats.org/officeDocument/2006/relationships/slide" Target="/ppt/slides/slide7.xml" Id="R8809031814c44a71" /><Relationship Type="http://schemas.openxmlformats.org/officeDocument/2006/relationships/slide" Target="/ppt/slides/slide8.xml" Id="R6d5370abb9be4c30" /><Relationship Type="http://schemas.openxmlformats.org/officeDocument/2006/relationships/slide" Target="/ppt/slides/slide9.xml" Id="R2532be28f8bd4e5f" /><Relationship Type="http://schemas.openxmlformats.org/officeDocument/2006/relationships/slide" Target="/ppt/slides/slide10.xml" Id="Rbfb022abf1e34317" /><Relationship Type="http://schemas.openxmlformats.org/officeDocument/2006/relationships/slide" Target="/ppt/slides/slide11.xml" Id="R906c91a582b04e9b" /><Relationship Type="http://schemas.openxmlformats.org/officeDocument/2006/relationships/slide" Target="/ppt/slides/slide12.xml" Id="R57f708a5b95e4752" /><Relationship Type="http://schemas.openxmlformats.org/officeDocument/2006/relationships/slide" Target="/ppt/slides/slide13.xml" Id="Rd443086cdf134e57" /><Relationship Type="http://schemas.openxmlformats.org/officeDocument/2006/relationships/slide" Target="/ppt/slides/slide14.xml" Id="Rf04e92e1ddd14147" /><Relationship Type="http://schemas.openxmlformats.org/officeDocument/2006/relationships/slide" Target="/ppt/slides/slide15.xml" Id="Re812218cf6104b3c" /><Relationship Type="http://schemas.openxmlformats.org/officeDocument/2006/relationships/slide" Target="/ppt/slides/slide16.xml" Id="Rfc3eef39a3f64e0d" /><Relationship Type="http://schemas.openxmlformats.org/officeDocument/2006/relationships/slide" Target="/ppt/slides/slide17.xml" Id="R4de8391574e140d4" /><Relationship Type="http://schemas.openxmlformats.org/officeDocument/2006/relationships/slide" Target="/ppt/slides/slide18.xml" Id="Rc55fbf6e30f84e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274c58cd6a45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9338d8746b4293" /><Relationship Type="http://schemas.openxmlformats.org/officeDocument/2006/relationships/notesMaster" Target="/ppt/notesMasters/notesMaster1.xml" Id="R7957a1cfa30c4d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e6e146b80248c0" /><Relationship Type="http://schemas.openxmlformats.org/officeDocument/2006/relationships/notesMaster" Target="/ppt/notesMasters/notesMaster1.xml" Id="R39d2ebdf5e864b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659909e1d4b1c" /><Relationship Type="http://schemas.openxmlformats.org/officeDocument/2006/relationships/notesMaster" Target="/ppt/notesMasters/notesMaster1.xml" Id="R4079bc9fe10f46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18c7a7ce32426e" /><Relationship Type="http://schemas.openxmlformats.org/officeDocument/2006/relationships/notesMaster" Target="/ppt/notesMasters/notesMaster1.xml" Id="R66e22743b8ab4a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0de8ab11834d0f" /><Relationship Type="http://schemas.openxmlformats.org/officeDocument/2006/relationships/notesMaster" Target="/ppt/notesMasters/notesMaster1.xml" Id="Rbed31afebe524b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7778677ec44dd2" /><Relationship Type="http://schemas.openxmlformats.org/officeDocument/2006/relationships/notesMaster" Target="/ppt/notesMasters/notesMaster1.xml" Id="R2e389a59ec48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f067248f284eb0" /><Relationship Type="http://schemas.openxmlformats.org/officeDocument/2006/relationships/notesMaster" Target="/ppt/notesMasters/notesMaster1.xml" Id="R7c68e48a302843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afd8c8399c4b5a" /><Relationship Type="http://schemas.openxmlformats.org/officeDocument/2006/relationships/notesMaster" Target="/ppt/notesMasters/notesMaster1.xml" Id="Rb48712046ae546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2f8541cc8643ae" /><Relationship Type="http://schemas.openxmlformats.org/officeDocument/2006/relationships/notesMaster" Target="/ppt/notesMasters/notesMaster1.xml" Id="R4db34c7afc8b47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ee34310734475c" /><Relationship Type="http://schemas.openxmlformats.org/officeDocument/2006/relationships/notesMaster" Target="/ppt/notesMasters/notesMaster1.xml" Id="R6e27b2acc00c46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ba4fc045574f68" /><Relationship Type="http://schemas.openxmlformats.org/officeDocument/2006/relationships/notesMaster" Target="/ppt/notesMasters/notesMaster1.xml" Id="R94e77507d9e541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9bd8eaf55440c1" /><Relationship Type="http://schemas.openxmlformats.org/officeDocument/2006/relationships/notesMaster" Target="/ppt/notesMasters/notesMaster1.xml" Id="Rf7f4cd60402c48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14da1240f745b0" /><Relationship Type="http://schemas.openxmlformats.org/officeDocument/2006/relationships/notesMaster" Target="/ppt/notesMasters/notesMaster1.xml" Id="Rdf38abc1c6a94c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f062a094a445b1" /><Relationship Type="http://schemas.openxmlformats.org/officeDocument/2006/relationships/notesMaster" Target="/ppt/notesMasters/notesMaster1.xml" Id="Rc6781b25c4ff4e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a6179eff684016" /><Relationship Type="http://schemas.openxmlformats.org/officeDocument/2006/relationships/notesMaster" Target="/ppt/notesMasters/notesMaster1.xml" Id="Rfaaf132390a142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0496fc21ea4d20" /><Relationship Type="http://schemas.openxmlformats.org/officeDocument/2006/relationships/notesMaster" Target="/ppt/notesMasters/notesMaster1.xml" Id="R1b2d2bc424354b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3fffe99ed84673" /><Relationship Type="http://schemas.openxmlformats.org/officeDocument/2006/relationships/notesMaster" Target="/ppt/notesMasters/notesMaster1.xml" Id="R94f9702ff7874e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a5d8b4284b4252" /><Relationship Type="http://schemas.openxmlformats.org/officeDocument/2006/relationships/notesMaster" Target="/ppt/notesMasters/notesMaster1.xml" Id="R437ca0b354fe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55bdbbdf84e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e8579dc1c45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0ec2ebd2843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9caba8ee44a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282edc8c74f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6d88002dc42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f638851904fb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79C0B0-4A0C-43B6-CCC2-1D72B38F73A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5000"/>
            </a:lvl1pPr>
          </a:lstStyle>
          <a:p xmlns:a="http://schemas.openxmlformats.org/drawingml/2006/main"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FB0968-620C-FC50-E650-5B896260CB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348603-F460-FCCF-66BC-7F1DA8967A8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ED7231-4048-54F1-271D-CC9B4BC217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E898DA-B373-177C-2A2A-2F43DFC2D82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6C7874-584F-D29E-E868-AC1958F687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864423-620B-3697-3A76-C5A8097148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E4CD76-5A19-3F68-BEF2-111E9E4BF0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0F9D63-EC31-2A06-0BA5-15080FE710B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E86FDB-98F7-7240-6AB4-ADACFD7685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F7C9B4D-0748-50A4-4F76-13D3D1DB39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1C38F-484D-6E9B-37D7-76CBD36717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9788" y="648739"/>
            <a:ext cx="9407798" cy="680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877845-9CFB-F092-1682-942CE6EBA7D5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10101481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 b="1" i="1">
                <a:latin typeface="Adobe Garamond Pro Bold"/>
                <a:ea typeface="Adobe Garamond Pro Bold"/>
                <a:cs typeface="Adobe Garamond Pro Bold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Quote Style in Adobe Garamond Pro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2d711f17149c439a" /><Relationship Type="http://schemas.openxmlformats.org/officeDocument/2006/relationships/theme" Target="/ppt/slideMasters/theme/theme2.xml" Id="R3061e142dfe2465c" /><Relationship Type="http://schemas.openxmlformats.org/officeDocument/2006/relationships/slideLayout" Target="/ppt/slideLayouts/slideLayout1.xml" Id="R773688ecc79642ec" /><Relationship Type="http://schemas.openxmlformats.org/officeDocument/2006/relationships/slideLayout" Target="/ppt/slideLayouts/slideLayout2.xml" Id="R7145e260c6694194" /><Relationship Type="http://schemas.openxmlformats.org/officeDocument/2006/relationships/slideLayout" Target="/ppt/slideLayouts/slideLayout3.xml" Id="Ra3e62852c9f545bd" /><Relationship Type="http://schemas.openxmlformats.org/officeDocument/2006/relationships/slideLayout" Target="/ppt/slideLayouts/slideLayout4.xml" Id="R054f130a0f7d4d25" /><Relationship Type="http://schemas.openxmlformats.org/officeDocument/2006/relationships/slideLayout" Target="/ppt/slideLayouts/slideLayout5.xml" Id="R9aab02bdb12f4bc4" /><Relationship Type="http://schemas.openxmlformats.org/officeDocument/2006/relationships/slideLayout" Target="/ppt/slideLayouts/slideLayout6.xml" Id="Rb9183f0b393e4ce9" /><Relationship Type="http://schemas.openxmlformats.org/officeDocument/2006/relationships/slideLayout" Target="/ppt/slideLayouts/slideLayout7.xml" Id="Rd65ee54f53634a0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Placeholder 6">
            <a:extLst xmlns:a="http://schemas.openxmlformats.org/drawingml/2006/main">
              <a:ext uri="{FF2B5EF4-FFF2-40B4-BE49-F238E27FC236}">
                <a16:creationId xmlns:a16="http://schemas.microsoft.com/office/drawing/2014/main" id="{FAB59E34-65B1-8F8C-1B51-88029046A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623E423-631A-0095-D4B5-6E01768E6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2706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13A5B072-CEDB-4626-9A29-88876EFB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13" y="6427881"/>
            <a:ext cx="703908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860E6ADE-7E9C-4019-90AD-7364281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7881"/>
            <a:ext cx="3690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11f17149c43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075" y="6126797"/>
            <a:ext cx="4678381" cy="602168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3688ecc79642ec"/>
    <p:sldLayoutId xmlns:r="http://schemas.openxmlformats.org/officeDocument/2006/relationships" id="2147483650" r:id="R7145e260c6694194"/>
    <p:sldLayoutId xmlns:r="http://schemas.openxmlformats.org/officeDocument/2006/relationships" id="2147483651" r:id="Ra3e62852c9f545bd"/>
    <p:sldLayoutId xmlns:r="http://schemas.openxmlformats.org/officeDocument/2006/relationships" id="2147483652" r:id="R054f130a0f7d4d25"/>
    <p:sldLayoutId xmlns:r="http://schemas.openxmlformats.org/officeDocument/2006/relationships" id="2147483653" r:id="R9aab02bdb12f4bc4"/>
    <p:sldLayoutId xmlns:r="http://schemas.openxmlformats.org/officeDocument/2006/relationships" id="2147483654" r:id="Rb9183f0b393e4ce9"/>
    <p:sldLayoutId xmlns:r="http://schemas.openxmlformats.org/officeDocument/2006/relationships" id="2147483655" r:id="Rd65ee54f53634a0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5000" b="1" i="0" kern="1200" spc="-150">
          <a:solidFill>
            <a:schemeClr val="tx1"/>
          </a:solidFill>
          <a:latin typeface="Century Gothic"/>
          <a:ea typeface="Century Gothic"/>
          <a:cs typeface="Century Gothic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c50dfe3a84c52" /><Relationship Type="http://schemas.openxmlformats.org/officeDocument/2006/relationships/image" Target="/ppt/media/image.png" Id="Re0c1278fb1174da0" /><Relationship Type="http://schemas.openxmlformats.org/officeDocument/2006/relationships/notesSlide" Target="/ppt/notesSlides/notesSlide1.xml" Id="R73dcbabb6a8442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bd464d2a84abe" /><Relationship Type="http://schemas.openxmlformats.org/officeDocument/2006/relationships/notesSlide" Target="/ppt/notesSlides/notesSlide2.xml" Id="Rf53cedfb03804c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c2826e55c14ab7" /><Relationship Type="http://schemas.openxmlformats.org/officeDocument/2006/relationships/notesSlide" Target="/ppt/notesSlides/notesSlide3.xml" Id="R6318a63cfa4742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a138a55fb746cf" /><Relationship Type="http://schemas.openxmlformats.org/officeDocument/2006/relationships/notesSlide" Target="/ppt/notesSlides/notesSlide4.xml" Id="Rfa76d9c4b57b47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2ab766be034d5b" /><Relationship Type="http://schemas.openxmlformats.org/officeDocument/2006/relationships/image" Target="/ppt/media/image2.png" Id="R87c8d8ca09e2483a" /><Relationship Type="http://schemas.openxmlformats.org/officeDocument/2006/relationships/notesSlide" Target="/ppt/notesSlides/notesSlide5.xml" Id="Rcaf7efc9597641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c646ca84447ad" /><Relationship Type="http://schemas.openxmlformats.org/officeDocument/2006/relationships/notesSlide" Target="/ppt/notesSlides/notesSlide6.xml" Id="Radb75460ea834a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6b187179174d06" /><Relationship Type="http://schemas.openxmlformats.org/officeDocument/2006/relationships/notesSlide" Target="/ppt/notesSlides/notesSlide7.xml" Id="R1d3ff6b474af42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de2814ba44dab" /><Relationship Type="http://schemas.openxmlformats.org/officeDocument/2006/relationships/notesSlide" Target="/ppt/notesSlides/notesSlide8.xml" Id="Rb3454f91976847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8ac8e57464e34" /><Relationship Type="http://schemas.openxmlformats.org/officeDocument/2006/relationships/notesSlide" Target="/ppt/notesSlides/notesSlide9.xml" Id="R965716205eb849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1f38f4b0c94254" /><Relationship Type="http://schemas.openxmlformats.org/officeDocument/2006/relationships/notesSlide" Target="/ppt/notesSlides/notesSlide10.xml" Id="R1974518680db47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b892697b764144" /><Relationship Type="http://schemas.openxmlformats.org/officeDocument/2006/relationships/image" Target="/ppt/media/image3.png" Id="R78ad7f4e6db14ba1" /><Relationship Type="http://schemas.openxmlformats.org/officeDocument/2006/relationships/notesSlide" Target="/ppt/notesSlides/notesSlide11.xml" Id="R4c9992f2828a44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f8b2fb368443f" /><Relationship Type="http://schemas.openxmlformats.org/officeDocument/2006/relationships/notesSlide" Target="/ppt/notesSlides/notesSlide12.xml" Id="R6b1a88f1a5704e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96197d78644627" /><Relationship Type="http://schemas.openxmlformats.org/officeDocument/2006/relationships/image" Target="/ppt/media/image4.png" Id="R909dd101de22407b" /><Relationship Type="http://schemas.openxmlformats.org/officeDocument/2006/relationships/notesSlide" Target="/ppt/notesSlides/notesSlide13.xml" Id="R7daaaa541d6b4f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c4d87175be4cef" /><Relationship Type="http://schemas.openxmlformats.org/officeDocument/2006/relationships/image" Target="/ppt/media/image5.png" Id="Rac1796b453cf400e" /><Relationship Type="http://schemas.openxmlformats.org/officeDocument/2006/relationships/notesSlide" Target="/ppt/notesSlides/notesSlide14.xml" Id="R0ec3264681db4b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843d7db575408c" /><Relationship Type="http://schemas.openxmlformats.org/officeDocument/2006/relationships/image" Target="/ppt/media/image6.png" Id="R3cc630f11ff24f8e" /><Relationship Type="http://schemas.openxmlformats.org/officeDocument/2006/relationships/notesSlide" Target="/ppt/notesSlides/notesSlide15.xml" Id="R51b053419d3b40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59bf0f3f64253" /><Relationship Type="http://schemas.openxmlformats.org/officeDocument/2006/relationships/notesSlide" Target="/ppt/notesSlides/notesSlide16.xml" Id="Ra51b4deee7d549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c20f5c984b4f38" /><Relationship Type="http://schemas.openxmlformats.org/officeDocument/2006/relationships/notesSlide" Target="/ppt/notesSlides/notesSlide17.xml" Id="R2c93756a721848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359f9f5ac247bf" /><Relationship Type="http://schemas.openxmlformats.org/officeDocument/2006/relationships/notesSlide" Target="/ppt/notesSlides/notesSlide18.xml" Id="R37ef47ee798b44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0A737CE-F101-46E6-A4DA-C0DB488D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13" y="6427881"/>
            <a:ext cx="703908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2F19EC51-B3D4-4B57-8D55-196C027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7881"/>
            <a:ext cx="3690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c1278fb1174da0">
            <a:grayscl/>
            <a:alphaModFix amt="27000"/>
          </a:blip>
          <a:srcRect xmlns:a="http://schemas.openxmlformats.org/drawingml/2006/main" l="17077" t="0" r="0" b="76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5957495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A54F40-F5FA-1E45-78EC-20486FE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605" y="1129172"/>
            <a:ext cx="9763158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50">
                <a:latin typeface="Century Gothic"/>
                <a:ea typeface="Century Gothic"/>
                <a:cs typeface="Century Gothic"/>
              </a:rPr>
              <a:t>THE FOUNDATION</a:t>
            </a:r>
          </a:p>
        </p:txBody>
      </p:sp>
    </p:spTree>
    <p:extLst>
      <p:ext uri="{BB962C8B-B14F-4D97-AF65-F5344CB8AC3E}">
        <p14:creationId xmlns:p14="http://schemas.microsoft.com/office/powerpoint/2010/main" val="34125357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B650C8-55D6-DF3E-3B5F-8744768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WEEK 2 OVERVIEW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424EF-B7BE-4233-17EB-4BA8B5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73826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This week examines the information marketers need before selecting digital tactics. The lessons connect brand decisions with customer research and campaign goals.</a:t>
            </a:r>
          </a:p>
        </p:txBody>
      </p:sp>
    </p:spTree>
    <p:extLst>
      <p:ext uri="{BB962C8B-B14F-4D97-AF65-F5344CB8AC3E}">
        <p14:creationId xmlns:p14="http://schemas.microsoft.com/office/powerpoint/2010/main" val="36055338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A2EF0F-B747-59B4-445E-4ACFCF0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WEEK 2 ROADMAP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ACCCDAA-B19C-254F-1CA2-4E1F43A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3965742" cy="3169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SECTION 1: THE FOUNDATION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Brand, customer, and goals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/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SECTION 2: THE BRAND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Mission, positioning, identity, and image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4F16A1-FB35-DBF2-6EE4-A4C7BDEC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480" y="1927265"/>
            <a:ext cx="3965742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SECTION 3: THE CUSTOMER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Buyer personas, journeys, and touchpoints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/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SECTION 4: CAMPAIGN GOALS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The outcome the campaign should achieve</a:t>
            </a:r>
          </a:p>
        </p:txBody>
      </p:sp>
    </p:spTree>
    <p:extLst>
      <p:ext uri="{BB962C8B-B14F-4D97-AF65-F5344CB8AC3E}">
        <p14:creationId xmlns:p14="http://schemas.microsoft.com/office/powerpoint/2010/main" val="2121892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1: THE FOUNDATION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Brand, customer, and goals form the base of the strategy.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FOUNDATION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E8D233-D228-2507-59CA-75202A9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80" y="1703684"/>
            <a:ext cx="4086058" cy="20774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Before choosing tactics, define what the organization stands for, who the customer is, and what the campaign must accomplish.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8d8ca09e2483a"/>
          <a:stretch xmlns:a="http://schemas.openxmlformats.org/drawingml/2006/main"/>
        </p:blipFill>
        <p:spPr>
          <a:xfrm xmlns:a="http://schemas.openxmlformats.org/drawingml/2006/main">
            <a:off x="4953000" y="631031"/>
            <a:ext cx="6762750" cy="5072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THE FOUNDATION GUIDES EVERY CHANNEL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136689" cy="1308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Brand clarity shapes the message.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Customer insight shapes the experience.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Campaign goals define what success looks like.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SECTION 2: THE BRAND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Mission, positioning, and identity clarify what the brand represents.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29087193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B650C8-55D6-DF3E-3B5F-8744768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MISSION STATEMENT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424EF-B7BE-4233-17EB-4BA8B5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73826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The mission explains why the organization exists and what it seeks to contribute. It guides content, messages, and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6055338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B650C8-55D6-DF3E-3B5F-8744768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POSITIONING STATEMENT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424EF-B7BE-4233-17EB-4BA8B5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73826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For [target audience], [product or service] is [concise description]. It is ideal for [best use or application] because [primary benefit or differentiation].</a:t>
            </a:r>
          </a:p>
        </p:txBody>
      </p:sp>
    </p:spTree>
    <p:extLst>
      <p:ext uri="{BB962C8B-B14F-4D97-AF65-F5344CB8AC3E}">
        <p14:creationId xmlns:p14="http://schemas.microsoft.com/office/powerpoint/2010/main" val="36055338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B650C8-55D6-DF3E-3B5F-8744768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UNIQUE SELLING PROPOSITION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424EF-B7BE-4233-17EB-4BA8B5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738268" cy="883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A unique selling proposition states the benefit that sets the product apart in language the customer understands.</a:t>
            </a:r>
          </a:p>
        </p:txBody>
      </p:sp>
    </p:spTree>
    <p:extLst>
      <p:ext uri="{BB962C8B-B14F-4D97-AF65-F5344CB8AC3E}">
        <p14:creationId xmlns:p14="http://schemas.microsoft.com/office/powerpoint/2010/main" val="36055338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BRAND IDENTITY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E8D233-D228-2507-59CA-75202A9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80" y="1703684"/>
            <a:ext cx="4086058" cy="2453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Brand identity describes what the company creates and communicates.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Brand image reflects what people actually think and believe.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d7f4e6db14ba1"/>
          <a:stretch xmlns:a="http://schemas.openxmlformats.org/drawingml/2006/main"/>
        </p:blipFill>
        <p:spPr>
          <a:xfrm xmlns:a="http://schemas.openxmlformats.org/drawingml/2006/main">
            <a:off x="6191250" y="1095375"/>
            <a:ext cx="5524500" cy="414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3: THE CUSTOMER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Research defines the customer and maps the path to purchase.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BUYER PERSONA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E8D233-D228-2507-59CA-75202A9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80" y="1703684"/>
            <a:ext cx="4086058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A buyer persona combines target-market research into a vivid picture of the ideal customer. It includes needs, pain points, objections, habits, and media behavior.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dd101de22407b"/>
          <a:stretch xmlns:a="http://schemas.openxmlformats.org/drawingml/2006/main"/>
        </p:blipFill>
        <p:spPr>
          <a:xfrm xmlns:a="http://schemas.openxmlformats.org/drawingml/2006/main">
            <a:off x="6191250" y="1095375"/>
            <a:ext cx="5524500" cy="414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31898-3F25-483A-4DEB-7B3E5FA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692"/>
            <a:ext cx="11004884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latin typeface="Century Gothic"/>
                <a:ea typeface="Century Gothic"/>
                <a:cs typeface="Century Gothic"/>
              </a:rPr>
              <a:t>CUSTOMER JOURNEY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796b453cf400e"/>
          <a:stretch xmlns:a="http://schemas.openxmlformats.org/drawingml/2006/main"/>
        </p:blipFill>
        <p:spPr>
          <a:xfrm xmlns:a="http://schemas.openxmlformats.org/drawingml/2006/main">
            <a:off x="2381250" y="1809750"/>
            <a:ext cx="742950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89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31898-3F25-483A-4DEB-7B3E5FA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692"/>
            <a:ext cx="11004884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latin typeface="Century Gothic"/>
                <a:ea typeface="Century Gothic"/>
                <a:cs typeface="Century Gothic"/>
              </a:rPr>
              <a:t>CUSTOMER JOURNEY MAP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630f11ff24f8e"/>
          <a:stretch xmlns:a="http://schemas.openxmlformats.org/drawingml/2006/main"/>
        </p:blipFill>
        <p:spPr>
          <a:xfrm xmlns:a="http://schemas.openxmlformats.org/drawingml/2006/main">
            <a:off x="4048125" y="1619250"/>
            <a:ext cx="4095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8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2377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4: CAMPAIGN GOALS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The desired outcome determines the strategy and tactics.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DIGITAL MARKETING CAMPAIGN GOALS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136689" cy="2026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Common goals include awareness and recall.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Other campaigns focus on sales, traffic, leads, positioning, credibility, relationships, or communicating value.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The right goal depends on the organization, audience, market, and product life-cycle stage.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10682957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THE FOUNDATION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Brand clarity, customer insight, and the right campaign goal guide every channel and tactic.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3521556503"/>
      </p:ext>
    </p:extLst>
  </p:cSld>
</p:sld>
</file>

<file path=ppt/theme/theme1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2026-09-11T17:28:45.7460000Z</dcterms:created>
  <dcterms:modified xsi:type="dcterms:W3CDTF">2026-09-11T17:28:45.7460000Z</dcterms:modified>
</coreProperties>
</file>