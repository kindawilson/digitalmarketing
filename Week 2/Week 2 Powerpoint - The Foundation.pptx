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c5586698bc4fb1" /><Relationship Type="http://schemas.openxmlformats.org/officeDocument/2006/relationships/extended-properties" Target="/docProps/app.xml" Id="R0f75eabbee1e4d50" /><Relationship Type="http://schemas.openxmlformats.org/officeDocument/2006/relationships/officeDocument" Target="/ppt/presentation.xml" Id="R21ad76e9a00c40b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e40d61db8e94797"/>
  </p:sldMasterIdLst>
  <p:notesMasterIdLst>
    <p:notesMasterId xmlns:r="http://schemas.openxmlformats.org/officeDocument/2006/relationships" r:id="R83bcb500e8ab44be"/>
  </p:notesMasterIdLst>
  <p:sldIdLst>
    <p:sldId xmlns:r="http://schemas.openxmlformats.org/officeDocument/2006/relationships" id="256" r:id="R4a7c39f852d84e1a"/>
    <p:sldId xmlns:r="http://schemas.openxmlformats.org/officeDocument/2006/relationships" id="257" r:id="R9c8a33f8ed9b4c3e"/>
    <p:sldId xmlns:r="http://schemas.openxmlformats.org/officeDocument/2006/relationships" id="258" r:id="Rf9c11091c3f44e42"/>
    <p:sldId xmlns:r="http://schemas.openxmlformats.org/officeDocument/2006/relationships" id="259" r:id="R5b16cf391a1041ac"/>
    <p:sldId xmlns:r="http://schemas.openxmlformats.org/officeDocument/2006/relationships" id="260" r:id="R7425d447c97841c2"/>
    <p:sldId xmlns:r="http://schemas.openxmlformats.org/officeDocument/2006/relationships" id="261" r:id="R1b838e99ff7b44be"/>
    <p:sldId xmlns:r="http://schemas.openxmlformats.org/officeDocument/2006/relationships" id="262" r:id="R6d3166cb977540f7"/>
    <p:sldId xmlns:r="http://schemas.openxmlformats.org/officeDocument/2006/relationships" id="263" r:id="R50b87ab440da4521"/>
    <p:sldId xmlns:r="http://schemas.openxmlformats.org/officeDocument/2006/relationships" id="264" r:id="R6d98acfb494544b8"/>
    <p:sldId xmlns:r="http://schemas.openxmlformats.org/officeDocument/2006/relationships" id="265" r:id="R52c41be105694b9d"/>
    <p:sldId xmlns:r="http://schemas.openxmlformats.org/officeDocument/2006/relationships" id="266" r:id="R369ead7b3e804c2d"/>
    <p:sldId xmlns:r="http://schemas.openxmlformats.org/officeDocument/2006/relationships" id="267" r:id="R67cd71019c3c46bd"/>
    <p:sldId xmlns:r="http://schemas.openxmlformats.org/officeDocument/2006/relationships" id="268" r:id="R6d39bf506be94bbb"/>
    <p:sldId xmlns:r="http://schemas.openxmlformats.org/officeDocument/2006/relationships" id="269" r:id="Rbfdb0ef30f1f43e0"/>
    <p:sldId xmlns:r="http://schemas.openxmlformats.org/officeDocument/2006/relationships" id="270" r:id="R3dd47cf092174c9a"/>
    <p:sldId xmlns:r="http://schemas.openxmlformats.org/officeDocument/2006/relationships" id="271" r:id="R994604e923f848e7"/>
    <p:sldId xmlns:r="http://schemas.openxmlformats.org/officeDocument/2006/relationships" id="272" r:id="Rd803aeecd53e4a8d"/>
    <p:sldId xmlns:r="http://schemas.openxmlformats.org/officeDocument/2006/relationships" id="273" r:id="R10c8edb0e2d24273"/>
    <p:sldId xmlns:r="http://schemas.openxmlformats.org/officeDocument/2006/relationships" id="274" r:id="Rf3f164dbf1704d29"/>
    <p:sldId xmlns:r="http://schemas.openxmlformats.org/officeDocument/2006/relationships" id="275" r:id="R20fc4b854ce14430"/>
    <p:sldId xmlns:r="http://schemas.openxmlformats.org/officeDocument/2006/relationships" id="276" r:id="R330334003e414aee"/>
    <p:sldId xmlns:r="http://schemas.openxmlformats.org/officeDocument/2006/relationships" id="277" r:id="R1967785a6a024168"/>
  </p:sldIdLst>
  <p:sldSz cx="12192000" cy="6858000"/>
  <p:notesSz cx="6858000" cy="9144000"/>
  <p:embeddedFontLst>
    <p:embeddedFont>
      <p:font typeface="Adobe Garamond Pro Bold"/>
      <p:bold xmlns:r="http://schemas.openxmlformats.org/officeDocument/2006/relationships" r:id="R2ac4a34b1f6a4ee9"/>
      <p:italic xmlns:r="http://schemas.openxmlformats.org/officeDocument/2006/relationships" r:id="R274caeec666c4091"/>
      <p:boldItalic xmlns:r="http://schemas.openxmlformats.org/officeDocument/2006/relationships" r:id="R71d24f236de54df0"/>
    </p:embeddedFont>
    <p:embeddedFont>
      <p:font typeface="Apex New Book"/>
      <p:regular xmlns:r="http://schemas.openxmlformats.org/officeDocument/2006/relationships" r:id="Ra31a531f38a149e8"/>
    </p:embeddedFont>
    <p:embeddedFont>
      <p:font typeface="Apex New Book Italic"/>
      <p:italic xmlns:r="http://schemas.openxmlformats.org/officeDocument/2006/relationships" r:id="Rcc66634a13c7413c"/>
    </p:embeddedFont>
    <p:embeddedFont>
      <p:font typeface="Apex New Light"/>
      <p:regular xmlns:r="http://schemas.openxmlformats.org/officeDocument/2006/relationships" r:id="Re830cc2834b64f04"/>
    </p:embeddedFont>
    <p:embeddedFont>
      <p:font typeface="Century Gothic"/>
      <p:regular xmlns:r="http://schemas.openxmlformats.org/officeDocument/2006/relationships" r:id="R412cf4ea7bc54eb9"/>
      <p:bold xmlns:r="http://schemas.openxmlformats.org/officeDocument/2006/relationships" r:id="R9d3c1cf5372543d1"/>
      <p:italic xmlns:r="http://schemas.openxmlformats.org/officeDocument/2006/relationships" r:id="Rfde2bee05a2049d5"/>
      <p:boldItalic xmlns:r="http://schemas.openxmlformats.org/officeDocument/2006/relationships" r:id="R682dd3102ab748c5"/>
    </p:embeddedFont>
    <p:embeddedFont>
      <p:font typeface="Garamond"/>
      <p:regular xmlns:r="http://schemas.openxmlformats.org/officeDocument/2006/relationships" r:id="R9d7eadc23d184844"/>
      <p:bold xmlns:r="http://schemas.openxmlformats.org/officeDocument/2006/relationships" r:id="R0c93f591bfef42db"/>
      <p:italic xmlns:r="http://schemas.openxmlformats.org/officeDocument/2006/relationships" r:id="R808b83842c9241f8"/>
      <p:boldItalic xmlns:r="http://schemas.openxmlformats.org/officeDocument/2006/relationships" r:id="R1222df99e8c74d6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9a83511c854a7a" /><Relationship Type="http://schemas.openxmlformats.org/officeDocument/2006/relationships/slideMaster" Target="/ppt/slideMasters/slideMaster1.xml" Id="R5e40d61db8e94797" /><Relationship Type="http://schemas.openxmlformats.org/officeDocument/2006/relationships/notesMaster" Target="/ppt/notesMasters/notesMaster1.xml" Id="R83bcb500e8ab44be" /><Relationship Type="http://schemas.openxmlformats.org/officeDocument/2006/relationships/presProps" Target="/ppt/presProps.xml" Id="Rd9f42502bd714254" /><Relationship Type="http://schemas.openxmlformats.org/officeDocument/2006/relationships/viewProps" Target="/ppt/viewProps.xml" Id="Rc604dc794a014d72" /><Relationship Type="http://schemas.openxmlformats.org/officeDocument/2006/relationships/tableStyles" Target="/ppt/tableStyles.xml" Id="Raa2c7fc12b464ac6" /><Relationship Type="http://schemas.openxmlformats.org/officeDocument/2006/relationships/font" Target="/ppt/fonts/font.dat" Id="R2ac4a34b1f6a4ee9" /><Relationship Type="http://schemas.openxmlformats.org/officeDocument/2006/relationships/font" Target="/ppt/fonts/font2.dat" Id="R274caeec666c4091" /><Relationship Type="http://schemas.openxmlformats.org/officeDocument/2006/relationships/font" Target="/ppt/fonts/font3.dat" Id="R71d24f236de54df0" /><Relationship Type="http://schemas.openxmlformats.org/officeDocument/2006/relationships/font" Target="/ppt/fonts/font4.dat" Id="Ra31a531f38a149e8" /><Relationship Type="http://schemas.openxmlformats.org/officeDocument/2006/relationships/font" Target="/ppt/fonts/font5.dat" Id="Rcc66634a13c7413c" /><Relationship Type="http://schemas.openxmlformats.org/officeDocument/2006/relationships/font" Target="/ppt/fonts/font6.dat" Id="Re830cc2834b64f04" /><Relationship Type="http://schemas.openxmlformats.org/officeDocument/2006/relationships/font" Target="/ppt/fonts/font7.dat" Id="R412cf4ea7bc54eb9" /><Relationship Type="http://schemas.openxmlformats.org/officeDocument/2006/relationships/font" Target="/ppt/fonts/font8.dat" Id="R9d3c1cf5372543d1" /><Relationship Type="http://schemas.openxmlformats.org/officeDocument/2006/relationships/font" Target="/ppt/fonts/font9.dat" Id="Rfde2bee05a2049d5" /><Relationship Type="http://schemas.openxmlformats.org/officeDocument/2006/relationships/font" Target="/ppt/fonts/font10.dat" Id="R682dd3102ab748c5" /><Relationship Type="http://schemas.openxmlformats.org/officeDocument/2006/relationships/font" Target="/ppt/fonts/font11.dat" Id="R9d7eadc23d184844" /><Relationship Type="http://schemas.openxmlformats.org/officeDocument/2006/relationships/font" Target="/ppt/fonts/font12.dat" Id="R0c93f591bfef42db" /><Relationship Type="http://schemas.openxmlformats.org/officeDocument/2006/relationships/font" Target="/ppt/fonts/font13.dat" Id="R808b83842c9241f8" /><Relationship Type="http://schemas.openxmlformats.org/officeDocument/2006/relationships/font" Target="/ppt/fonts/font14.dat" Id="R1222df99e8c74d6c" /><Relationship Type="http://schemas.openxmlformats.org/officeDocument/2006/relationships/slide" Target="/ppt/slides/slide1.xml" Id="R4a7c39f852d84e1a" /><Relationship Type="http://schemas.openxmlformats.org/officeDocument/2006/relationships/slide" Target="/ppt/slides/slide2.xml" Id="R9c8a33f8ed9b4c3e" /><Relationship Type="http://schemas.openxmlformats.org/officeDocument/2006/relationships/slide" Target="/ppt/slides/slide3.xml" Id="Rf9c11091c3f44e42" /><Relationship Type="http://schemas.openxmlformats.org/officeDocument/2006/relationships/slide" Target="/ppt/slides/slide4.xml" Id="R5b16cf391a1041ac" /><Relationship Type="http://schemas.openxmlformats.org/officeDocument/2006/relationships/slide" Target="/ppt/slides/slide5.xml" Id="R7425d447c97841c2" /><Relationship Type="http://schemas.openxmlformats.org/officeDocument/2006/relationships/slide" Target="/ppt/slides/slide6.xml" Id="R1b838e99ff7b44be" /><Relationship Type="http://schemas.openxmlformats.org/officeDocument/2006/relationships/slide" Target="/ppt/slides/slide7.xml" Id="R6d3166cb977540f7" /><Relationship Type="http://schemas.openxmlformats.org/officeDocument/2006/relationships/slide" Target="/ppt/slides/slide8.xml" Id="R50b87ab440da4521" /><Relationship Type="http://schemas.openxmlformats.org/officeDocument/2006/relationships/slide" Target="/ppt/slides/slide9.xml" Id="R6d98acfb494544b8" /><Relationship Type="http://schemas.openxmlformats.org/officeDocument/2006/relationships/slide" Target="/ppt/slides/slide10.xml" Id="R52c41be105694b9d" /><Relationship Type="http://schemas.openxmlformats.org/officeDocument/2006/relationships/slide" Target="/ppt/slides/slide11.xml" Id="R369ead7b3e804c2d" /><Relationship Type="http://schemas.openxmlformats.org/officeDocument/2006/relationships/slide" Target="/ppt/slides/slide12.xml" Id="R67cd71019c3c46bd" /><Relationship Type="http://schemas.openxmlformats.org/officeDocument/2006/relationships/slide" Target="/ppt/slides/slide13.xml" Id="R6d39bf506be94bbb" /><Relationship Type="http://schemas.openxmlformats.org/officeDocument/2006/relationships/slide" Target="/ppt/slides/slide14.xml" Id="Rbfdb0ef30f1f43e0" /><Relationship Type="http://schemas.openxmlformats.org/officeDocument/2006/relationships/slide" Target="/ppt/slides/slide15.xml" Id="R3dd47cf092174c9a" /><Relationship Type="http://schemas.openxmlformats.org/officeDocument/2006/relationships/slide" Target="/ppt/slides/slide16.xml" Id="R994604e923f848e7" /><Relationship Type="http://schemas.openxmlformats.org/officeDocument/2006/relationships/slide" Target="/ppt/slides/slide17.xml" Id="Rd803aeecd53e4a8d" /><Relationship Type="http://schemas.openxmlformats.org/officeDocument/2006/relationships/slide" Target="/ppt/slides/slide18.xml" Id="R10c8edb0e2d24273" /><Relationship Type="http://schemas.openxmlformats.org/officeDocument/2006/relationships/slide" Target="/ppt/slides/slide19.xml" Id="Rf3f164dbf1704d29" /><Relationship Type="http://schemas.openxmlformats.org/officeDocument/2006/relationships/slide" Target="/ppt/slides/slide20.xml" Id="R20fc4b854ce14430" /><Relationship Type="http://schemas.openxmlformats.org/officeDocument/2006/relationships/slide" Target="/ppt/slides/slide21.xml" Id="R330334003e414aee" /><Relationship Type="http://schemas.openxmlformats.org/officeDocument/2006/relationships/slide" Target="/ppt/slides/slide22.xml" Id="R1967785a6a0241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aaca34e48441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594ddc499e4e8f" /><Relationship Type="http://schemas.openxmlformats.org/officeDocument/2006/relationships/notesMaster" Target="/ppt/notesMasters/notesMaster1.xml" Id="Rc48ffb2444944e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60237d0f2345e0" /><Relationship Type="http://schemas.openxmlformats.org/officeDocument/2006/relationships/notesMaster" Target="/ppt/notesMasters/notesMaster1.xml" Id="R1aa3cb1b900f49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967d2b136a4bed" /><Relationship Type="http://schemas.openxmlformats.org/officeDocument/2006/relationships/notesMaster" Target="/ppt/notesMasters/notesMaster1.xml" Id="Re2e3190ccd5f43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131f058e3487c" /><Relationship Type="http://schemas.openxmlformats.org/officeDocument/2006/relationships/notesMaster" Target="/ppt/notesMasters/notesMaster1.xml" Id="Rb35c46717e644a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1aa3e926914c4a" /><Relationship Type="http://schemas.openxmlformats.org/officeDocument/2006/relationships/notesMaster" Target="/ppt/notesMasters/notesMaster1.xml" Id="R14dbd7cb527347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af962480a4444a" /><Relationship Type="http://schemas.openxmlformats.org/officeDocument/2006/relationships/notesMaster" Target="/ppt/notesMasters/notesMaster1.xml" Id="R5504fbbcfafc43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2413210075483b" /><Relationship Type="http://schemas.openxmlformats.org/officeDocument/2006/relationships/notesMaster" Target="/ppt/notesMasters/notesMaster1.xml" Id="Recfad1859e9744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9d9f03096740e8" /><Relationship Type="http://schemas.openxmlformats.org/officeDocument/2006/relationships/notesMaster" Target="/ppt/notesMasters/notesMaster1.xml" Id="R43bf687cf4174f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77ef99122b483a" /><Relationship Type="http://schemas.openxmlformats.org/officeDocument/2006/relationships/notesMaster" Target="/ppt/notesMasters/notesMaster1.xml" Id="Reb781c70ce4446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bf37fcce224299" /><Relationship Type="http://schemas.openxmlformats.org/officeDocument/2006/relationships/notesMaster" Target="/ppt/notesMasters/notesMaster1.xml" Id="R62b2419e12174d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9f4af3dfb146e9" /><Relationship Type="http://schemas.openxmlformats.org/officeDocument/2006/relationships/notesMaster" Target="/ppt/notesMasters/notesMaster1.xml" Id="Rc267d3ba59044e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3c0ccc3da94b8a" /><Relationship Type="http://schemas.openxmlformats.org/officeDocument/2006/relationships/notesMaster" Target="/ppt/notesMasters/notesMaster1.xml" Id="Re7cc885d33224c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4282068cc54a17" /><Relationship Type="http://schemas.openxmlformats.org/officeDocument/2006/relationships/notesMaster" Target="/ppt/notesMasters/notesMaster1.xml" Id="R275394b2696049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3a2cd7ecda43ce" /><Relationship Type="http://schemas.openxmlformats.org/officeDocument/2006/relationships/notesMaster" Target="/ppt/notesMasters/notesMaster1.xml" Id="R465b98b99e724e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d71d85abab4cf9" /><Relationship Type="http://schemas.openxmlformats.org/officeDocument/2006/relationships/notesMaster" Target="/ppt/notesMasters/notesMaster1.xml" Id="R84d716d3efa64f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aad2304bc4445d" /><Relationship Type="http://schemas.openxmlformats.org/officeDocument/2006/relationships/notesMaster" Target="/ppt/notesMasters/notesMaster1.xml" Id="R7132630c43274d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1a89ddefa94ae0" /><Relationship Type="http://schemas.openxmlformats.org/officeDocument/2006/relationships/notesMaster" Target="/ppt/notesMasters/notesMaster1.xml" Id="R53ffe71aa14548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e2c03a1e4343fc" /><Relationship Type="http://schemas.openxmlformats.org/officeDocument/2006/relationships/notesMaster" Target="/ppt/notesMasters/notesMaster1.xml" Id="Rebad66252c224b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ec14c5c30f4337" /><Relationship Type="http://schemas.openxmlformats.org/officeDocument/2006/relationships/notesMaster" Target="/ppt/notesMasters/notesMaster1.xml" Id="R7bfa2fbf57c246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af177242bb44e8" /><Relationship Type="http://schemas.openxmlformats.org/officeDocument/2006/relationships/notesMaster" Target="/ppt/notesMasters/notesMaster1.xml" Id="R9cc5a47164f645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664dd9104814aa3" /><Relationship Type="http://schemas.openxmlformats.org/officeDocument/2006/relationships/notesMaster" Target="/ppt/notesMasters/notesMaster1.xml" Id="R1f2999f3bf48458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6ce0c4011340bf" /><Relationship Type="http://schemas.openxmlformats.org/officeDocument/2006/relationships/notesMaster" Target="/ppt/notesMasters/notesMaster1.xml" Id="Rb0ac563f83ea40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255b4e84c43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22f78fd1646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bfb0be19044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5c723688348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3b5660a5a47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867c705ff4c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746fd8cf74d8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79C0B0-4A0C-43B6-CCC2-1D72B38F73A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5000"/>
            </a:lvl1pPr>
          </a:lstStyle>
          <a:p xmlns:a="http://schemas.openxmlformats.org/drawingml/2006/main"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FB0968-620C-FC50-E650-5B896260CB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348603-F460-FCCF-66BC-7F1DA8967A8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ED7231-4048-54F1-271D-CC9B4BC217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E898DA-B373-177C-2A2A-2F43DFC2D82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6C7874-584F-D29E-E868-AC1958F687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864423-620B-3697-3A76-C5A8097148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E4CD76-5A19-3F68-BEF2-111E9E4BF0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0F9D63-EC31-2A06-0BA5-15080FE710B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E86FDB-98F7-7240-6AB4-ADACFD7685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F7C9B4D-0748-50A4-4F76-13D3D1DB39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1C38F-484D-6E9B-37D7-76CBD36717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9788" y="648739"/>
            <a:ext cx="9407798" cy="6805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877845-9CFB-F092-1682-942CE6EBA7D5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10101481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 b="1" i="1">
                <a:latin typeface="Adobe Garamond Pro Bold"/>
                <a:ea typeface="Adobe Garamond Pro Bold"/>
                <a:cs typeface="Adobe Garamond Pro Bold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Quote Style in Adobe Garamond Pro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34793354880a4b86" /><Relationship Type="http://schemas.openxmlformats.org/officeDocument/2006/relationships/theme" Target="/ppt/slideMasters/theme/theme2.xml" Id="Rcb4e2c5bd2704292" /><Relationship Type="http://schemas.openxmlformats.org/officeDocument/2006/relationships/slideLayout" Target="/ppt/slideLayouts/slideLayout1.xml" Id="Ra2d2ec32504b49bd" /><Relationship Type="http://schemas.openxmlformats.org/officeDocument/2006/relationships/slideLayout" Target="/ppt/slideLayouts/slideLayout2.xml" Id="Re28835ba563e442b" /><Relationship Type="http://schemas.openxmlformats.org/officeDocument/2006/relationships/slideLayout" Target="/ppt/slideLayouts/slideLayout3.xml" Id="R6c91e421f4ae431c" /><Relationship Type="http://schemas.openxmlformats.org/officeDocument/2006/relationships/slideLayout" Target="/ppt/slideLayouts/slideLayout4.xml" Id="R429d5b4697a44dbf" /><Relationship Type="http://schemas.openxmlformats.org/officeDocument/2006/relationships/slideLayout" Target="/ppt/slideLayouts/slideLayout5.xml" Id="R44a229ed8c944e03" /><Relationship Type="http://schemas.openxmlformats.org/officeDocument/2006/relationships/slideLayout" Target="/ppt/slideLayouts/slideLayout6.xml" Id="R3771062a3c244855" /><Relationship Type="http://schemas.openxmlformats.org/officeDocument/2006/relationships/slideLayout" Target="/ppt/slideLayouts/slideLayout7.xml" Id="R9c03d3f8db89446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Placeholder 6">
            <a:extLst xmlns:a="http://schemas.openxmlformats.org/drawingml/2006/main">
              <a:ext uri="{FF2B5EF4-FFF2-40B4-BE49-F238E27FC236}">
                <a16:creationId xmlns:a16="http://schemas.microsoft.com/office/drawing/2014/main" id="{FAB59E34-65B1-8F8C-1B51-88029046A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623E423-631A-0095-D4B5-6E01768E6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27066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13A5B072-CEDB-4626-9A29-88876EFB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13" y="6427881"/>
            <a:ext cx="703908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860E6ADE-7E9C-4019-90AD-7364281D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7881"/>
            <a:ext cx="3690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93354880a4b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075" y="6126797"/>
            <a:ext cx="4678381" cy="602168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d2ec32504b49bd"/>
    <p:sldLayoutId xmlns:r="http://schemas.openxmlformats.org/officeDocument/2006/relationships" id="2147483650" r:id="Re28835ba563e442b"/>
    <p:sldLayoutId xmlns:r="http://schemas.openxmlformats.org/officeDocument/2006/relationships" id="2147483651" r:id="R6c91e421f4ae431c"/>
    <p:sldLayoutId xmlns:r="http://schemas.openxmlformats.org/officeDocument/2006/relationships" id="2147483652" r:id="R429d5b4697a44dbf"/>
    <p:sldLayoutId xmlns:r="http://schemas.openxmlformats.org/officeDocument/2006/relationships" id="2147483653" r:id="R44a229ed8c944e03"/>
    <p:sldLayoutId xmlns:r="http://schemas.openxmlformats.org/officeDocument/2006/relationships" id="2147483654" r:id="R3771062a3c244855"/>
    <p:sldLayoutId xmlns:r="http://schemas.openxmlformats.org/officeDocument/2006/relationships" id="2147483655" r:id="R9c03d3f8db89446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5000" b="1" i="0" kern="1200" spc="-150">
          <a:solidFill>
            <a:schemeClr val="tx1"/>
          </a:solidFill>
          <a:latin typeface="Century Gothic"/>
          <a:ea typeface="Century Gothic"/>
          <a:cs typeface="Century Gothic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ex New Book"/>
          <a:ea typeface="Apex New Book"/>
          <a:cs typeface="Apex New Book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136f443794404" /><Relationship Type="http://schemas.openxmlformats.org/officeDocument/2006/relationships/image" Target="/ppt/media/image.png" Id="R61d0dabe81484bc3" /><Relationship Type="http://schemas.openxmlformats.org/officeDocument/2006/relationships/notesSlide" Target="/ppt/notesSlides/notesSlide1.xml" Id="R36942124647746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72fb947904cc1" /><Relationship Type="http://schemas.openxmlformats.org/officeDocument/2006/relationships/notesSlide" Target="/ppt/notesSlides/notesSlide2.xml" Id="Rc361fd683fd841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76c7a8476e4f4b" /><Relationship Type="http://schemas.openxmlformats.org/officeDocument/2006/relationships/notesSlide" Target="/ppt/notesSlides/notesSlide3.xml" Id="R1a126edb94734b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6094526acd4256" /><Relationship Type="http://schemas.openxmlformats.org/officeDocument/2006/relationships/notesSlide" Target="/ppt/notesSlides/notesSlide4.xml" Id="R4d127b0879b949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02dac239f8486d" /><Relationship Type="http://schemas.openxmlformats.org/officeDocument/2006/relationships/image" Target="/ppt/media/image2.png" Id="R4faf6be8c6454250" /><Relationship Type="http://schemas.openxmlformats.org/officeDocument/2006/relationships/notesSlide" Target="/ppt/notesSlides/notesSlide5.xml" Id="R9303656025ed42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f4ef1982734df8" /><Relationship Type="http://schemas.openxmlformats.org/officeDocument/2006/relationships/notesSlide" Target="/ppt/notesSlides/notesSlide6.xml" Id="R51d0d9902f8246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7b10ceadf7475f" /><Relationship Type="http://schemas.openxmlformats.org/officeDocument/2006/relationships/notesSlide" Target="/ppt/notesSlides/notesSlide7.xml" Id="R20a93d18b3a344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c2068dc7b742b0" /><Relationship Type="http://schemas.openxmlformats.org/officeDocument/2006/relationships/notesSlide" Target="/ppt/notesSlides/notesSlide8.xml" Id="R522cbcad7e7d4b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217f1857844bf" /><Relationship Type="http://schemas.openxmlformats.org/officeDocument/2006/relationships/notesSlide" Target="/ppt/notesSlides/notesSlide9.xml" Id="R1e1f9e46ae1943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6d188de0094153" /><Relationship Type="http://schemas.openxmlformats.org/officeDocument/2006/relationships/notesSlide" Target="/ppt/notesSlides/notesSlide10.xml" Id="Rd2dc399233ac46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9a36898c0c42c3" /><Relationship Type="http://schemas.openxmlformats.org/officeDocument/2006/relationships/image" Target="/ppt/media/image3.png" Id="R5f1c3e211ace4160" /><Relationship Type="http://schemas.openxmlformats.org/officeDocument/2006/relationships/notesSlide" Target="/ppt/notesSlides/notesSlide11.xml" Id="R557e920a398e4e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3478e2e3ec468d" /><Relationship Type="http://schemas.openxmlformats.org/officeDocument/2006/relationships/notesSlide" Target="/ppt/notesSlides/notesSlide12.xml" Id="R72184934208949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9979f5497410e" /><Relationship Type="http://schemas.openxmlformats.org/officeDocument/2006/relationships/image" Target="/ppt/media/image4.png" Id="Ra04513fce4de4ac4" /><Relationship Type="http://schemas.openxmlformats.org/officeDocument/2006/relationships/notesSlide" Target="/ppt/notesSlides/notesSlide13.xml" Id="R3efc4340542847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fde61b62234546" /><Relationship Type="http://schemas.openxmlformats.org/officeDocument/2006/relationships/image" Target="/ppt/media/image5.png" Id="Rb18e93fb3c4e46f6" /><Relationship Type="http://schemas.openxmlformats.org/officeDocument/2006/relationships/notesSlide" Target="/ppt/notesSlides/notesSlide14.xml" Id="R19b42e90858544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f737df1e948bc" /><Relationship Type="http://schemas.openxmlformats.org/officeDocument/2006/relationships/image" Target="/ppt/media/image6.png" Id="R50c1d2d7a6064d2a" /><Relationship Type="http://schemas.openxmlformats.org/officeDocument/2006/relationships/notesSlide" Target="/ppt/notesSlides/notesSlide15.xml" Id="R6992400fdd3a49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f5d2e7952c4fd8" /><Relationship Type="http://schemas.openxmlformats.org/officeDocument/2006/relationships/notesSlide" Target="/ppt/notesSlides/notesSlide16.xml" Id="R0b00f775eae944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8578cada604cbd" /><Relationship Type="http://schemas.openxmlformats.org/officeDocument/2006/relationships/notesSlide" Target="/ppt/notesSlides/notesSlide17.xml" Id="R27093cc4791147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e603ff67134c10" /><Relationship Type="http://schemas.openxmlformats.org/officeDocument/2006/relationships/notesSlide" Target="/ppt/notesSlides/notesSlide18.xml" Id="R65a93c20a30e42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46a62373b2414f" /><Relationship Type="http://schemas.openxmlformats.org/officeDocument/2006/relationships/notesSlide" Target="/ppt/notesSlides/notesSlide19.xml" Id="Rc5aff0f5b84e4c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6ab6d8110c4e10" /><Relationship Type="http://schemas.openxmlformats.org/officeDocument/2006/relationships/notesSlide" Target="/ppt/notesSlides/notesSlide20.xml" Id="R4e98ab3448624e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43353ddfb34447" /><Relationship Type="http://schemas.openxmlformats.org/officeDocument/2006/relationships/notesSlide" Target="/ppt/notesSlides/notesSlide21.xml" Id="Rabb42a8069bb44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82a6ffdb541ce" /><Relationship Type="http://schemas.openxmlformats.org/officeDocument/2006/relationships/notesSlide" Target="/ppt/notesSlides/notesSlide22.xml" Id="Re76a3d90db1544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0A737CE-F101-46E6-A4DA-C0DB488D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13" y="6427881"/>
            <a:ext cx="703908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2F19EC51-B3D4-4B57-8D55-196C027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7881"/>
            <a:ext cx="3690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DAF4C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d0dabe81484bc3">
            <a:grayscl/>
            <a:alphaModFix amt="27000"/>
          </a:blip>
          <a:srcRect xmlns:a="http://schemas.openxmlformats.org/drawingml/2006/main" l="17077" t="0" r="0" b="76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5957495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A54F40-F5FA-1E45-78EC-20486FE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605" y="1129172"/>
            <a:ext cx="9763158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50">
                <a:latin typeface="Century Gothic"/>
                <a:ea typeface="Century Gothic"/>
                <a:cs typeface="Century Gothic"/>
              </a:rPr>
              <a:t>THE FOUNDATION</a:t>
            </a:r>
          </a:p>
        </p:txBody>
      </p:sp>
    </p:spTree>
    <p:extLst>
      <p:ext uri="{BB962C8B-B14F-4D97-AF65-F5344CB8AC3E}">
        <p14:creationId xmlns:p14="http://schemas.microsoft.com/office/powerpoint/2010/main" val="34125357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B650C8-55D6-DF3E-3B5F-8744768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WEEK 2 OVERVIEW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424EF-B7BE-4233-17EB-4BA8B5F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73826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This week examines the information marketers need before selecting digital tactics. The lessons connect brand decisions with customer research and campaign goals.</a:t>
            </a:r>
          </a:p>
        </p:txBody>
      </p:sp>
    </p:spTree>
    <p:extLst>
      <p:ext uri="{BB962C8B-B14F-4D97-AF65-F5344CB8AC3E}">
        <p14:creationId xmlns:p14="http://schemas.microsoft.com/office/powerpoint/2010/main" val="36055338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A2EF0F-B747-59B4-445E-4ACFCF0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WEEK 2 ROADMAP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ACCCDAA-B19C-254F-1CA2-4E1F43A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3965742" cy="3169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SECTION 1: THE FOUNDATION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Brand, customer, and goals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/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SECTION 2: THE BRAND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Mission, positioning, identity, and image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84F16A1-FB35-DBF2-6EE4-A4C7BDEC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480" y="1927265"/>
            <a:ext cx="3965742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SECTION 3: THE CUSTOMER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Buyer personas, journeys, and touchpoints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/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SECTION 4: CAMPAIGN GOALS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The outcome the campaign should achieve</a:t>
            </a:r>
          </a:p>
        </p:txBody>
      </p:sp>
    </p:spTree>
    <p:extLst>
      <p:ext uri="{BB962C8B-B14F-4D97-AF65-F5344CB8AC3E}">
        <p14:creationId xmlns:p14="http://schemas.microsoft.com/office/powerpoint/2010/main" val="2121892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1: THE FOUNDATION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Brand, customer, and goals form the base of the strategy.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FOUNDATION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E8D233-D228-2507-59CA-75202A9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80" y="1703684"/>
            <a:ext cx="4086058" cy="20774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Before choosing tactics, define what the organization stands for, who the customer is, and what the campaign must accomplish.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f6be8c6454250"/>
          <a:stretch xmlns:a="http://schemas.openxmlformats.org/drawingml/2006/main"/>
        </p:blipFill>
        <p:spPr>
          <a:xfrm xmlns:a="http://schemas.openxmlformats.org/drawingml/2006/main">
            <a:off x="4953000" y="631031"/>
            <a:ext cx="6762750" cy="5072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THE FOUNDATION GUIDES EVERY CHANNEL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136689" cy="1308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Brand clarity shapes the message.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Customer insight shapes the experience.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Campaign goals define what success looks like.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SECTION 2: THE BRAND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Mission, positioning, and identity clarify what the brand represents.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29087193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B650C8-55D6-DF3E-3B5F-8744768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MISSION STATEMENT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424EF-B7BE-4233-17EB-4BA8B5F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73826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The mission explains why the organization exists and what it seeks to contribute. It guides content, messages, and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6055338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B650C8-55D6-DF3E-3B5F-8744768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POSITIONING STATEMENT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424EF-B7BE-4233-17EB-4BA8B5F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73826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For [target audience], [product or service] is [concise description]. It is ideal for [best use or application] because [primary benefit or differentiation].</a:t>
            </a:r>
          </a:p>
        </p:txBody>
      </p:sp>
    </p:spTree>
    <p:extLst>
      <p:ext uri="{BB962C8B-B14F-4D97-AF65-F5344CB8AC3E}">
        <p14:creationId xmlns:p14="http://schemas.microsoft.com/office/powerpoint/2010/main" val="36055338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B650C8-55D6-DF3E-3B5F-8744768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UNIQUE SELLING PROPOSITION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6424EF-B7BE-4233-17EB-4BA8B5F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738268" cy="883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A unique selling proposition states the benefit that sets the product apart in language the customer understands.</a:t>
            </a:r>
          </a:p>
        </p:txBody>
      </p:sp>
    </p:spTree>
    <p:extLst>
      <p:ext uri="{BB962C8B-B14F-4D97-AF65-F5344CB8AC3E}">
        <p14:creationId xmlns:p14="http://schemas.microsoft.com/office/powerpoint/2010/main" val="36055338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BRAND IDENTITY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E8D233-D228-2507-59CA-75202A9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80" y="1703684"/>
            <a:ext cx="4086058" cy="2453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Brand identity describes what the company creates and communicates.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Brand image reflects what people actually think and believe.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c3e211ace4160"/>
          <a:stretch xmlns:a="http://schemas.openxmlformats.org/drawingml/2006/main"/>
        </p:blipFill>
        <p:spPr>
          <a:xfrm xmlns:a="http://schemas.openxmlformats.org/drawingml/2006/main">
            <a:off x="6191250" y="1095375"/>
            <a:ext cx="5524500" cy="414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1615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3: THE CUSTOMER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Research defines the customer and maps the path to purchase.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3926F2-8AD5-7582-6E88-B507379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0" y="328399"/>
            <a:ext cx="582415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DDAF4C"/>
                </a:solidFill>
                <a:latin typeface="Century Gothic"/>
                <a:ea typeface="Century Gothic"/>
                <a:cs typeface="Century Gothic"/>
              </a:rPr>
              <a:t>BUYER PERSONA</a:t>
            </a:r>
            <a:endParaRPr sz="50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E8D233-D228-2507-59CA-75202A9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80" y="1703684"/>
            <a:ext cx="4086058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A buyer persona combines target-market research into a vivid picture of the ideal customer. It includes needs, pain points, objections, habits, and media behavior.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513fce4de4ac4"/>
          <a:stretch xmlns:a="http://schemas.openxmlformats.org/drawingml/2006/main"/>
        </p:blipFill>
        <p:spPr>
          <a:xfrm xmlns:a="http://schemas.openxmlformats.org/drawingml/2006/main">
            <a:off x="6191250" y="1095375"/>
            <a:ext cx="5524500" cy="414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077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131898-3F25-483A-4DEB-7B3E5FA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692"/>
            <a:ext cx="11004884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latin typeface="Century Gothic"/>
                <a:ea typeface="Century Gothic"/>
                <a:cs typeface="Century Gothic"/>
              </a:rPr>
              <a:t>CUSTOMER JOURNEY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e93fb3c4e46f6"/>
          <a:stretch xmlns:a="http://schemas.openxmlformats.org/drawingml/2006/main"/>
        </p:blipFill>
        <p:spPr>
          <a:xfrm xmlns:a="http://schemas.openxmlformats.org/drawingml/2006/main">
            <a:off x="2381250" y="1809750"/>
            <a:ext cx="742950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89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131898-3F25-483A-4DEB-7B3E5FA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692"/>
            <a:ext cx="11004884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latin typeface="Century Gothic"/>
                <a:ea typeface="Century Gothic"/>
                <a:cs typeface="Century Gothic"/>
              </a:rPr>
              <a:t>CUSTOMER JOURNEY MAP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1d2d7a6064d2a"/>
          <a:stretch xmlns:a="http://schemas.openxmlformats.org/drawingml/2006/main"/>
        </p:blipFill>
        <p:spPr>
          <a:xfrm xmlns:a="http://schemas.openxmlformats.org/drawingml/2006/main">
            <a:off x="4048125" y="1619250"/>
            <a:ext cx="409575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89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FF174-6F14-CE23-1245-3B1ED1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5609967" cy="2377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SECTION 4: CAMPAIGN GOALS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5C58-F254-6E81-368B-3A1D174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Adobe Garamond Pro Bold"/>
                <a:ea typeface="Adobe Garamond Pro Bold"/>
                <a:cs typeface="Adobe Garamond Pro Bold"/>
              </a:rPr>
              <a:t>The desired outcome determines the strategy and tactics.</a:t>
            </a:r>
          </a:p>
        </p:txBody>
      </p:sp>
    </p:spTree>
    <p:extLst>
      <p:ext uri="{BB962C8B-B14F-4D97-AF65-F5344CB8AC3E}">
        <p14:creationId xmlns:p14="http://schemas.microsoft.com/office/powerpoint/2010/main" val="3889736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DIGITAL MARKETING CAMPAIGN GOALS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136689" cy="2026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Common goals include awareness and recall.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Other campaigns focus on sales, traffic, leads, positioning, credibility, relationships, or communicating value.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The right goal depends on the organization, audience, market, and product life-cycle stage.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B19C96-5D82-012F-8729-3E6D9E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90" y="407773"/>
            <a:ext cx="10682957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THE FOUNDATION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1E7B9-E7CA-19FE-E051-E69B2B8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93" y="2589357"/>
            <a:ext cx="7705929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37C"/>
                </a:solidFill>
                <a:latin typeface="Adobe Garamond Pro Bold"/>
                <a:ea typeface="Adobe Garamond Pro Bold"/>
                <a:cs typeface="Adobe Garamond Pro Bold"/>
              </a:rPr>
              <a:t>Brand clarity, customer insight, and the right campaign goal guide every channel and tactic.</a:t>
            </a:r>
            <a:endParaRPr sz="2800" b="1" i="1">
              <a:solidFill>
                <a:srgbClr val="00637C"/>
              </a:solidFill>
              <a:latin typeface="Adobe Garamond Pro Bold"/>
              <a:ea typeface="Adobe Garamond Pro Bold"/>
              <a:cs typeface="Adobe Garamond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35215565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KEY TAKEAWAYS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136689" cy="2026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Foundation decisions come before channel decisions.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Brand clarity shapes the message customers receive.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Customer insight and campaign goals guide the choice of tactics.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KEY TAKEAWAYS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136689" cy="2026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A mission statement explains why the organization exists.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Positioning identifies the audience, product, context, and primary benefit.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A unique selling proposition states why a customer should choose the product.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KEY TAKEAWAYS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136689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A buyer persona turns research into a clear picture of the ideal customer.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The customer journey traces what people do and need at each stage.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Touchpoints show where customers encounter information and make decisions.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224D25-900A-CB0D-31E1-F5F0798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4" y="586889"/>
            <a:ext cx="11677356" cy="1615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 b="1" spc="-150">
                <a:solidFill>
                  <a:srgbClr val="00637C"/>
                </a:solidFill>
                <a:latin typeface="Century Gothic"/>
                <a:ea typeface="Century Gothic"/>
                <a:cs typeface="Century Gothic"/>
              </a:rPr>
              <a:t>KEY TAKEAWAYS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58774D9-74C1-3786-BA30-6C2B11D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69" y="1967371"/>
            <a:ext cx="8136689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2600">
                <a:latin typeface="Apex New Book"/>
                <a:ea typeface="Apex New Book"/>
                <a:cs typeface="Apex New Book"/>
              </a:rPr>
              <a:t>The campaign goal defines the outcome the strategy must produce.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Goals may focus on awareness, traffic, leads, sales, or customer relationships.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>
                <a:latin typeface="Apex New Light"/>
                <a:ea typeface="Apex New Light"/>
                <a:cs typeface="Apex New Light"/>
              </a:rPr>
              <a:t>The organization, audience, market, and product stage determine the right goal.</a:t>
            </a:r>
          </a:p>
        </p:txBody>
      </p:sp>
    </p:spTree>
    <p:extLst>
      <p:ext uri="{BB962C8B-B14F-4D97-AF65-F5344CB8AC3E}">
        <p14:creationId xmlns:p14="http://schemas.microsoft.com/office/powerpoint/2010/main" val="4178694944"/>
      </p:ext>
    </p:extLst>
  </p:cSld>
</p:sld>
</file>

<file path=ppt/theme/theme1.xml><?xml version="1.0" encoding="utf-8"?>
<a:theme xmlns:a="http://schemas.openxmlformats.org/drawingml/2006/main" name="Office Theme">
  <a:themeElements>
    <a:clrScheme name="Owen Brand Colors">
      <a:dk1>
        <a:srgbClr val="000000"/>
      </a:dk1>
      <a:lt1>
        <a:srgbClr val="FFFFFF"/>
      </a:lt1>
      <a:dk2>
        <a:srgbClr val="4D5259"/>
      </a:dk2>
      <a:lt2>
        <a:srgbClr val="E7E6E6"/>
      </a:lt2>
      <a:accent1>
        <a:srgbClr val="1D627B"/>
      </a:accent1>
      <a:accent2>
        <a:srgbClr val="DDAF4B"/>
      </a:accent2>
      <a:accent3>
        <a:srgbClr val="A5A5A5"/>
      </a:accent3>
      <a:accent4>
        <a:srgbClr val="B03D19"/>
      </a:accent4>
      <a:accent5>
        <a:srgbClr val="59A4D4"/>
      </a:accent5>
      <a:accent6>
        <a:srgbClr val="00A080"/>
      </a:accent6>
      <a:hlink>
        <a:srgbClr val="E6BC52"/>
      </a:hlink>
      <a:folHlink>
        <a:srgbClr val="97002E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wen Brand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2026-09-11T17:35:16.7770000Z</dcterms:created>
  <dcterms:modified xsi:type="dcterms:W3CDTF">2026-09-11T17:35:16.7770000Z</dcterms:modified>
</coreProperties>
</file>