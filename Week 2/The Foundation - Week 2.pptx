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4126b29cf4384" /><Relationship Type="http://schemas.openxmlformats.org/officeDocument/2006/relationships/extended-properties" Target="/docProps/app.xml" Id="R87afa1233dca4b9e" /><Relationship Type="http://schemas.openxmlformats.org/officeDocument/2006/relationships/officeDocument" Target="/ppt/presentation.xml" Id="Rcda3148d046e45c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b3f1b0da2524585"/>
  </p:sldMasterIdLst>
  <p:notesMasterIdLst>
    <p:notesMasterId xmlns:r="http://schemas.openxmlformats.org/officeDocument/2006/relationships" r:id="R092778edf6f34245"/>
  </p:notesMasterIdLst>
  <p:sldIdLst>
    <p:sldId xmlns:r="http://schemas.openxmlformats.org/officeDocument/2006/relationships" id="256" r:id="Rcd2acd4f37834423"/>
    <p:sldId xmlns:r="http://schemas.openxmlformats.org/officeDocument/2006/relationships" id="257" r:id="Rcc30b26d803a4d29"/>
    <p:sldId xmlns:r="http://schemas.openxmlformats.org/officeDocument/2006/relationships" id="258" r:id="R1323e62c41d649e2"/>
    <p:sldId xmlns:r="http://schemas.openxmlformats.org/officeDocument/2006/relationships" id="259" r:id="R68fb62fd5a474049"/>
    <p:sldId xmlns:r="http://schemas.openxmlformats.org/officeDocument/2006/relationships" id="260" r:id="R78c1a1e6351e469c"/>
    <p:sldId xmlns:r="http://schemas.openxmlformats.org/officeDocument/2006/relationships" id="261" r:id="R7062fadd2e1c4ec3"/>
    <p:sldId xmlns:r="http://schemas.openxmlformats.org/officeDocument/2006/relationships" id="262" r:id="R983746114f9f4c77"/>
    <p:sldId xmlns:r="http://schemas.openxmlformats.org/officeDocument/2006/relationships" id="263" r:id="R3a6b07ddf1c5422e"/>
    <p:sldId xmlns:r="http://schemas.openxmlformats.org/officeDocument/2006/relationships" id="264" r:id="Ra3e016403ebb4e2b"/>
    <p:sldId xmlns:r="http://schemas.openxmlformats.org/officeDocument/2006/relationships" id="265" r:id="R06eb7a514d17455f"/>
    <p:sldId xmlns:r="http://schemas.openxmlformats.org/officeDocument/2006/relationships" id="266" r:id="R93ece6a46ac54bec"/>
    <p:sldId xmlns:r="http://schemas.openxmlformats.org/officeDocument/2006/relationships" id="267" r:id="Rbdda6ac245a24b2f"/>
    <p:sldId xmlns:r="http://schemas.openxmlformats.org/officeDocument/2006/relationships" id="268" r:id="R7a18c7e585aa4ba9"/>
    <p:sldId xmlns:r="http://schemas.openxmlformats.org/officeDocument/2006/relationships" id="269" r:id="R6ccafdbb5ef042c3"/>
    <p:sldId xmlns:r="http://schemas.openxmlformats.org/officeDocument/2006/relationships" id="270" r:id="R377aad8417714627"/>
    <p:sldId xmlns:r="http://schemas.openxmlformats.org/officeDocument/2006/relationships" id="271" r:id="R57f154d763664e46"/>
    <p:sldId xmlns:r="http://schemas.openxmlformats.org/officeDocument/2006/relationships" id="272" r:id="Re00c5964ba414208"/>
    <p:sldId xmlns:r="http://schemas.openxmlformats.org/officeDocument/2006/relationships" id="273" r:id="R8ea2e248fd104ae0"/>
  </p:sldIdLst>
  <p:sldSz cx="12192000" cy="6858000"/>
  <p:notesSz cx="6858000" cy="9144000"/>
  <p:embeddedFontLst>
    <p:embeddedFont>
      <p:font typeface="Adobe Garamond Pro Bold"/>
      <p:bold xmlns:r="http://schemas.openxmlformats.org/officeDocument/2006/relationships" r:id="R01b93ee4dfe54d7b"/>
      <p:italic xmlns:r="http://schemas.openxmlformats.org/officeDocument/2006/relationships" r:id="Ra27174c7498e42be"/>
      <p:boldItalic xmlns:r="http://schemas.openxmlformats.org/officeDocument/2006/relationships" r:id="R176dda8cf18a47dd"/>
    </p:embeddedFont>
    <p:embeddedFont>
      <p:font typeface="Apex New Book"/>
      <p:regular xmlns:r="http://schemas.openxmlformats.org/officeDocument/2006/relationships" r:id="R16c8a975b5994684"/>
    </p:embeddedFont>
    <p:embeddedFont>
      <p:font typeface="Apex New Book Italic"/>
      <p:italic xmlns:r="http://schemas.openxmlformats.org/officeDocument/2006/relationships" r:id="R150e751318254eb0"/>
    </p:embeddedFont>
    <p:embeddedFont>
      <p:font typeface="Apex New Light"/>
      <p:regular xmlns:r="http://schemas.openxmlformats.org/officeDocument/2006/relationships" r:id="Redaffece090f4d10"/>
    </p:embeddedFont>
    <p:embeddedFont>
      <p:font typeface="Century Gothic"/>
      <p:regular xmlns:r="http://schemas.openxmlformats.org/officeDocument/2006/relationships" r:id="Rc51833fe382c4c54"/>
      <p:bold xmlns:r="http://schemas.openxmlformats.org/officeDocument/2006/relationships" r:id="Ra113ae790056447e"/>
      <p:italic xmlns:r="http://schemas.openxmlformats.org/officeDocument/2006/relationships" r:id="Rfc8e230e616a4be3"/>
      <p:boldItalic xmlns:r="http://schemas.openxmlformats.org/officeDocument/2006/relationships" r:id="R0d0dbe6949e04ae6"/>
    </p:embeddedFont>
    <p:embeddedFont>
      <p:font typeface="Garamond"/>
      <p:regular xmlns:r="http://schemas.openxmlformats.org/officeDocument/2006/relationships" r:id="Rc7eecb11cc4c49cd"/>
      <p:bold xmlns:r="http://schemas.openxmlformats.org/officeDocument/2006/relationships" r:id="Rc63b58223e3e46af"/>
      <p:italic xmlns:r="http://schemas.openxmlformats.org/officeDocument/2006/relationships" r:id="Rde564d9ea6d949af"/>
      <p:boldItalic xmlns:r="http://schemas.openxmlformats.org/officeDocument/2006/relationships" r:id="Rff682cfdfd4e474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fb8fec5504881" /><Relationship Type="http://schemas.openxmlformats.org/officeDocument/2006/relationships/slideMaster" Target="/ppt/slideMasters/slideMaster1.xml" Id="Rab3f1b0da2524585" /><Relationship Type="http://schemas.openxmlformats.org/officeDocument/2006/relationships/notesMaster" Target="/ppt/notesMasters/notesMaster1.xml" Id="R092778edf6f34245" /><Relationship Type="http://schemas.openxmlformats.org/officeDocument/2006/relationships/presProps" Target="/ppt/presProps.xml" Id="Raa8401ebde384ab4" /><Relationship Type="http://schemas.openxmlformats.org/officeDocument/2006/relationships/viewProps" Target="/ppt/viewProps.xml" Id="R2990266c1f8f4db5" /><Relationship Type="http://schemas.openxmlformats.org/officeDocument/2006/relationships/tableStyles" Target="/ppt/tableStyles.xml" Id="Re556ed8bd7174100" /><Relationship Type="http://schemas.openxmlformats.org/officeDocument/2006/relationships/font" Target="/ppt/fonts/font.dat" Id="R01b93ee4dfe54d7b" /><Relationship Type="http://schemas.openxmlformats.org/officeDocument/2006/relationships/font" Target="/ppt/fonts/font2.dat" Id="Ra27174c7498e42be" /><Relationship Type="http://schemas.openxmlformats.org/officeDocument/2006/relationships/font" Target="/ppt/fonts/font3.dat" Id="R176dda8cf18a47dd" /><Relationship Type="http://schemas.openxmlformats.org/officeDocument/2006/relationships/font" Target="/ppt/fonts/font4.dat" Id="R16c8a975b5994684" /><Relationship Type="http://schemas.openxmlformats.org/officeDocument/2006/relationships/font" Target="/ppt/fonts/font5.dat" Id="R150e751318254eb0" /><Relationship Type="http://schemas.openxmlformats.org/officeDocument/2006/relationships/font" Target="/ppt/fonts/font6.dat" Id="Redaffece090f4d10" /><Relationship Type="http://schemas.openxmlformats.org/officeDocument/2006/relationships/font" Target="/ppt/fonts/font7.dat" Id="Rc51833fe382c4c54" /><Relationship Type="http://schemas.openxmlformats.org/officeDocument/2006/relationships/font" Target="/ppt/fonts/font8.dat" Id="Ra113ae790056447e" /><Relationship Type="http://schemas.openxmlformats.org/officeDocument/2006/relationships/font" Target="/ppt/fonts/font9.dat" Id="Rfc8e230e616a4be3" /><Relationship Type="http://schemas.openxmlformats.org/officeDocument/2006/relationships/font" Target="/ppt/fonts/font10.dat" Id="R0d0dbe6949e04ae6" /><Relationship Type="http://schemas.openxmlformats.org/officeDocument/2006/relationships/font" Target="/ppt/fonts/font11.dat" Id="Rc7eecb11cc4c49cd" /><Relationship Type="http://schemas.openxmlformats.org/officeDocument/2006/relationships/font" Target="/ppt/fonts/font12.dat" Id="Rc63b58223e3e46af" /><Relationship Type="http://schemas.openxmlformats.org/officeDocument/2006/relationships/font" Target="/ppt/fonts/font13.dat" Id="Rde564d9ea6d949af" /><Relationship Type="http://schemas.openxmlformats.org/officeDocument/2006/relationships/font" Target="/ppt/fonts/font14.dat" Id="Rff682cfdfd4e4748" /><Relationship Type="http://schemas.openxmlformats.org/officeDocument/2006/relationships/slide" Target="/ppt/slides/slide1.xml" Id="Rcd2acd4f37834423" /><Relationship Type="http://schemas.openxmlformats.org/officeDocument/2006/relationships/slide" Target="/ppt/slides/slide2.xml" Id="Rcc30b26d803a4d29" /><Relationship Type="http://schemas.openxmlformats.org/officeDocument/2006/relationships/slide" Target="/ppt/slides/slide3.xml" Id="R1323e62c41d649e2" /><Relationship Type="http://schemas.openxmlformats.org/officeDocument/2006/relationships/slide" Target="/ppt/slides/slide4.xml" Id="R68fb62fd5a474049" /><Relationship Type="http://schemas.openxmlformats.org/officeDocument/2006/relationships/slide" Target="/ppt/slides/slide5.xml" Id="R78c1a1e6351e469c" /><Relationship Type="http://schemas.openxmlformats.org/officeDocument/2006/relationships/slide" Target="/ppt/slides/slide6.xml" Id="R7062fadd2e1c4ec3" /><Relationship Type="http://schemas.openxmlformats.org/officeDocument/2006/relationships/slide" Target="/ppt/slides/slide7.xml" Id="R983746114f9f4c77" /><Relationship Type="http://schemas.openxmlformats.org/officeDocument/2006/relationships/slide" Target="/ppt/slides/slide8.xml" Id="R3a6b07ddf1c5422e" /><Relationship Type="http://schemas.openxmlformats.org/officeDocument/2006/relationships/slide" Target="/ppt/slides/slide9.xml" Id="Ra3e016403ebb4e2b" /><Relationship Type="http://schemas.openxmlformats.org/officeDocument/2006/relationships/slide" Target="/ppt/slides/slide10.xml" Id="R06eb7a514d17455f" /><Relationship Type="http://schemas.openxmlformats.org/officeDocument/2006/relationships/slide" Target="/ppt/slides/slide11.xml" Id="R93ece6a46ac54bec" /><Relationship Type="http://schemas.openxmlformats.org/officeDocument/2006/relationships/slide" Target="/ppt/slides/slide12.xml" Id="Rbdda6ac245a24b2f" /><Relationship Type="http://schemas.openxmlformats.org/officeDocument/2006/relationships/slide" Target="/ppt/slides/slide13.xml" Id="R7a18c7e585aa4ba9" /><Relationship Type="http://schemas.openxmlformats.org/officeDocument/2006/relationships/slide" Target="/ppt/slides/slide14.xml" Id="R6ccafdbb5ef042c3" /><Relationship Type="http://schemas.openxmlformats.org/officeDocument/2006/relationships/slide" Target="/ppt/slides/slide15.xml" Id="R377aad8417714627" /><Relationship Type="http://schemas.openxmlformats.org/officeDocument/2006/relationships/slide" Target="/ppt/slides/slide16.xml" Id="R57f154d763664e46" /><Relationship Type="http://schemas.openxmlformats.org/officeDocument/2006/relationships/slide" Target="/ppt/slides/slide17.xml" Id="Re00c5964ba414208" /><Relationship Type="http://schemas.openxmlformats.org/officeDocument/2006/relationships/slide" Target="/ppt/slides/slide18.xml" Id="R8ea2e248fd10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9b344fe5fb45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e6b2a422a4187" /><Relationship Type="http://schemas.openxmlformats.org/officeDocument/2006/relationships/notesMaster" Target="/ppt/notesMasters/notesMaster1.xml" Id="R881e29436970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8800c492344935" /><Relationship Type="http://schemas.openxmlformats.org/officeDocument/2006/relationships/notesMaster" Target="/ppt/notesMasters/notesMaster1.xml" Id="R50968e9459cb49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c11bba8464fc2" /><Relationship Type="http://schemas.openxmlformats.org/officeDocument/2006/relationships/notesMaster" Target="/ppt/notesMasters/notesMaster1.xml" Id="R85d3bad1f4b14d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c55b547f94544" /><Relationship Type="http://schemas.openxmlformats.org/officeDocument/2006/relationships/notesMaster" Target="/ppt/notesMasters/notesMaster1.xml" Id="R9d21a6157dbf43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d1e3c6de840f4" /><Relationship Type="http://schemas.openxmlformats.org/officeDocument/2006/relationships/notesMaster" Target="/ppt/notesMasters/notesMaster1.xml" Id="Rab7d5e149709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79fbc052ad47a5" /><Relationship Type="http://schemas.openxmlformats.org/officeDocument/2006/relationships/notesMaster" Target="/ppt/notesMasters/notesMaster1.xml" Id="R3011c5c4491540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79a9d284ff4bf3" /><Relationship Type="http://schemas.openxmlformats.org/officeDocument/2006/relationships/notesMaster" Target="/ppt/notesMasters/notesMaster1.xml" Id="R34b5fb0a46174b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e0f6b827894ea7" /><Relationship Type="http://schemas.openxmlformats.org/officeDocument/2006/relationships/notesMaster" Target="/ppt/notesMasters/notesMaster1.xml" Id="R07765f253274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58d924d06d4be3" /><Relationship Type="http://schemas.openxmlformats.org/officeDocument/2006/relationships/notesMaster" Target="/ppt/notesMasters/notesMaster1.xml" Id="Rc58b76040c0a4a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3a0fa54eb64176" /><Relationship Type="http://schemas.openxmlformats.org/officeDocument/2006/relationships/notesMaster" Target="/ppt/notesMasters/notesMaster1.xml" Id="Rf3b3a43ec36544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ed38c58b0f4a19" /><Relationship Type="http://schemas.openxmlformats.org/officeDocument/2006/relationships/notesMaster" Target="/ppt/notesMasters/notesMaster1.xml" Id="Rb56ceea4dd404a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c8142ec61140e1" /><Relationship Type="http://schemas.openxmlformats.org/officeDocument/2006/relationships/notesMaster" Target="/ppt/notesMasters/notesMaster1.xml" Id="R972fd87880bd41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4f437ad3ca4cca" /><Relationship Type="http://schemas.openxmlformats.org/officeDocument/2006/relationships/notesMaster" Target="/ppt/notesMasters/notesMaster1.xml" Id="R9fb2752cfecc4b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ef9e11901a4be2" /><Relationship Type="http://schemas.openxmlformats.org/officeDocument/2006/relationships/notesMaster" Target="/ppt/notesMasters/notesMaster1.xml" Id="R893e9d677a1841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a16dca70d84607" /><Relationship Type="http://schemas.openxmlformats.org/officeDocument/2006/relationships/notesMaster" Target="/ppt/notesMasters/notesMaster1.xml" Id="R981a2a06b39c40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7c0a820cde40fd" /><Relationship Type="http://schemas.openxmlformats.org/officeDocument/2006/relationships/notesMaster" Target="/ppt/notesMasters/notesMaster1.xml" Id="Rce7faf04bf8c42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0ecb5ebf4748ac" /><Relationship Type="http://schemas.openxmlformats.org/officeDocument/2006/relationships/notesMaster" Target="/ppt/notesMasters/notesMaster1.xml" Id="R3955fe2db7d04b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433421fe864bd1" /><Relationship Type="http://schemas.openxmlformats.org/officeDocument/2006/relationships/notesMaster" Target="/ppt/notesMasters/notesMaster1.xml" Id="Rec4c69e9bd3d4b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fc7301c884f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63257074448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1506d81b14a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fcfc8910748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207607c9048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c1568cb4b4d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46e952aa3427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9C0B0-4A0C-43B6-CCC2-1D72B38F73A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000"/>
            </a:lvl1pPr>
          </a:lstStyle>
          <a:p xmlns:a="http://schemas.openxmlformats.org/drawingml/2006/main"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FB0968-620C-FC50-E650-5B896260CB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8603-F460-FCCF-66BC-7F1DA8967A8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ED7231-4048-54F1-271D-CC9B4BC21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E898DA-B373-177C-2A2A-2F43DFC2D82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6C7874-584F-D29E-E868-AC1958F68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864423-620B-3697-3A76-C5A809714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E4CD76-5A19-3F68-BEF2-111E9E4BF0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F9D63-EC31-2A06-0BA5-15080FE710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86FDB-98F7-7240-6AB4-ADACFD768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7C9B4D-0748-50A4-4F76-13D3D1DB39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1C38F-484D-6E9B-37D7-76CBD36717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648739"/>
            <a:ext cx="9407798" cy="680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877845-9CFB-F092-1682-942CE6EBA7D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10101481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 b="1" i="1">
                <a:latin typeface="Adobe Garamond Pro Bold"/>
                <a:ea typeface="Adobe Garamond Pro Bold"/>
                <a:cs typeface="Adobe Garamond Pro Bold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Quote Style in Adobe Garamond Pro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e1c41935184a4a31" /><Relationship Type="http://schemas.openxmlformats.org/officeDocument/2006/relationships/theme" Target="/ppt/slideMasters/theme/theme2.xml" Id="Ra55699aae7144871" /><Relationship Type="http://schemas.openxmlformats.org/officeDocument/2006/relationships/slideLayout" Target="/ppt/slideLayouts/slideLayout1.xml" Id="Rfee6f260879d4cab" /><Relationship Type="http://schemas.openxmlformats.org/officeDocument/2006/relationships/slideLayout" Target="/ppt/slideLayouts/slideLayout2.xml" Id="R7d5e735bfca147c3" /><Relationship Type="http://schemas.openxmlformats.org/officeDocument/2006/relationships/slideLayout" Target="/ppt/slideLayouts/slideLayout3.xml" Id="Re6a7219c5b8748f4" /><Relationship Type="http://schemas.openxmlformats.org/officeDocument/2006/relationships/slideLayout" Target="/ppt/slideLayouts/slideLayout4.xml" Id="R7555659addd24cf1" /><Relationship Type="http://schemas.openxmlformats.org/officeDocument/2006/relationships/slideLayout" Target="/ppt/slideLayouts/slideLayout5.xml" Id="Re6087afedbeb4241" /><Relationship Type="http://schemas.openxmlformats.org/officeDocument/2006/relationships/slideLayout" Target="/ppt/slideLayouts/slideLayout6.xml" Id="R20c078ad94734dca" /><Relationship Type="http://schemas.openxmlformats.org/officeDocument/2006/relationships/slideLayout" Target="/ppt/slideLayouts/slideLayout7.xml" Id="R02b33391a3754e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Placeholder 6">
            <a:extLst xmlns:a="http://schemas.openxmlformats.org/drawingml/2006/main">
              <a:ext uri="{FF2B5EF4-FFF2-40B4-BE49-F238E27FC236}">
                <a16:creationId xmlns:a16="http://schemas.microsoft.com/office/drawing/2014/main" id="{FAB59E34-65B1-8F8C-1B51-88029046A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623E423-631A-0095-D4B5-6E01768E6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2706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5234DA85-E173-47E0-9D7E-1F973D0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6FCAF9A7-C3AB-4FA5-82AB-0067F5C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41935184a4a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075" y="6126797"/>
            <a:ext cx="4678381" cy="60216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e6f260879d4cab"/>
    <p:sldLayoutId xmlns:r="http://schemas.openxmlformats.org/officeDocument/2006/relationships" id="2147483650" r:id="R7d5e735bfca147c3"/>
    <p:sldLayoutId xmlns:r="http://schemas.openxmlformats.org/officeDocument/2006/relationships" id="2147483651" r:id="Re6a7219c5b8748f4"/>
    <p:sldLayoutId xmlns:r="http://schemas.openxmlformats.org/officeDocument/2006/relationships" id="2147483652" r:id="R7555659addd24cf1"/>
    <p:sldLayoutId xmlns:r="http://schemas.openxmlformats.org/officeDocument/2006/relationships" id="2147483653" r:id="Re6087afedbeb4241"/>
    <p:sldLayoutId xmlns:r="http://schemas.openxmlformats.org/officeDocument/2006/relationships" id="2147483654" r:id="R20c078ad94734dca"/>
    <p:sldLayoutId xmlns:r="http://schemas.openxmlformats.org/officeDocument/2006/relationships" id="2147483655" r:id="R02b33391a3754e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5000" b="1" i="0" kern="1200" spc="-150">
          <a:solidFill>
            <a:schemeClr val="tx1"/>
          </a:solidFill>
          <a:latin typeface="Century Gothic"/>
          <a:ea typeface="Century Gothic"/>
          <a:cs typeface="Century Gothic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ea7bf64ff410d" /><Relationship Type="http://schemas.openxmlformats.org/officeDocument/2006/relationships/image" Target="/ppt/media/image.png" Id="R386f6a2a0c02460e" /><Relationship Type="http://schemas.openxmlformats.org/officeDocument/2006/relationships/notesSlide" Target="/ppt/notesSlides/notesSlide1.xml" Id="R13ab15f59643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7614d0b114fc2" /><Relationship Type="http://schemas.openxmlformats.org/officeDocument/2006/relationships/notesSlide" Target="/ppt/notesSlides/notesSlide2.xml" Id="Rd52fe14c47a7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8c14c28cc4c3f" /><Relationship Type="http://schemas.openxmlformats.org/officeDocument/2006/relationships/notesSlide" Target="/ppt/notesSlides/notesSlide3.xml" Id="R72610e2140a147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49c736e2f445ef" /><Relationship Type="http://schemas.openxmlformats.org/officeDocument/2006/relationships/notesSlide" Target="/ppt/notesSlides/notesSlide4.xml" Id="R8ba77f83ca03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577490a0c4c3a" /><Relationship Type="http://schemas.openxmlformats.org/officeDocument/2006/relationships/image" Target="/ppt/media/image2.png" Id="R69b052de8fb74e83" /><Relationship Type="http://schemas.openxmlformats.org/officeDocument/2006/relationships/image" Target="/ppt/media/image3.png" Id="Rfde8f2c6cad44cb8" /><Relationship Type="http://schemas.openxmlformats.org/officeDocument/2006/relationships/image" Target="/ppt/media/image4.png" Id="R59fed953d9594836" /><Relationship Type="http://schemas.openxmlformats.org/officeDocument/2006/relationships/image" Target="/ppt/media/image5.png" Id="R38eb2e7e65a24dc6" /><Relationship Type="http://schemas.openxmlformats.org/officeDocument/2006/relationships/notesSlide" Target="/ppt/notesSlides/notesSlide5.xml" Id="R07a7e23f12c74e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123f4c187439b" /><Relationship Type="http://schemas.openxmlformats.org/officeDocument/2006/relationships/notesSlide" Target="/ppt/notesSlides/notesSlide6.xml" Id="Recca2dcbf178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5a78f9d4341d4" /><Relationship Type="http://schemas.openxmlformats.org/officeDocument/2006/relationships/notesSlide" Target="/ppt/notesSlides/notesSlide7.xml" Id="R31858d8fb045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877712ab44509" /><Relationship Type="http://schemas.openxmlformats.org/officeDocument/2006/relationships/notesSlide" Target="/ppt/notesSlides/notesSlide8.xml" Id="Rf26b7de5c83a4d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f7d9bfc5fa4c58" /><Relationship Type="http://schemas.openxmlformats.org/officeDocument/2006/relationships/notesSlide" Target="/ppt/notesSlides/notesSlide9.xml" Id="R1e610bdcccec41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ea3b361ff4559" /><Relationship Type="http://schemas.openxmlformats.org/officeDocument/2006/relationships/notesSlide" Target="/ppt/notesSlides/notesSlide10.xml" Id="R7fa9b7e0d64f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7cd138b81b493a" /><Relationship Type="http://schemas.openxmlformats.org/officeDocument/2006/relationships/image" Target="/ppt/media/image2.png" Id="Rdf6cbbdb60f041c1" /><Relationship Type="http://schemas.openxmlformats.org/officeDocument/2006/relationships/image" Target="/ppt/media/image3.png" Id="Re04e7c40d7bf4729" /><Relationship Type="http://schemas.openxmlformats.org/officeDocument/2006/relationships/image" Target="/ppt/media/image4.png" Id="R7535d88171a2493f" /><Relationship Type="http://schemas.openxmlformats.org/officeDocument/2006/relationships/image" Target="/ppt/media/image6.png" Id="Refe6e49c3626489d" /><Relationship Type="http://schemas.openxmlformats.org/officeDocument/2006/relationships/notesSlide" Target="/ppt/notesSlides/notesSlide11.xml" Id="R6c421f515ef24d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f70c2298f4bdc" /><Relationship Type="http://schemas.openxmlformats.org/officeDocument/2006/relationships/notesSlide" Target="/ppt/notesSlides/notesSlide12.xml" Id="R2a6286f2578346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a9e341f0b480b" /><Relationship Type="http://schemas.openxmlformats.org/officeDocument/2006/relationships/image" Target="/ppt/media/image2.png" Id="R1a767703ffa94d86" /><Relationship Type="http://schemas.openxmlformats.org/officeDocument/2006/relationships/image" Target="/ppt/media/image3.png" Id="R41db691e7a364d45" /><Relationship Type="http://schemas.openxmlformats.org/officeDocument/2006/relationships/image" Target="/ppt/media/image4.png" Id="Rcd180bc185454643" /><Relationship Type="http://schemas.openxmlformats.org/officeDocument/2006/relationships/image" Target="/ppt/media/image7.png" Id="Rc8bcd826d7284373" /><Relationship Type="http://schemas.openxmlformats.org/officeDocument/2006/relationships/notesSlide" Target="/ppt/notesSlides/notesSlide13.xml" Id="R0afad6a688d141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d87163a3c4b5b" /><Relationship Type="http://schemas.openxmlformats.org/officeDocument/2006/relationships/image" Target="/ppt/media/image3.png" Id="Rd6ac8e0a37d44140" /><Relationship Type="http://schemas.openxmlformats.org/officeDocument/2006/relationships/notesSlide" Target="/ppt/notesSlides/notesSlide14.xml" Id="Rcde22b5182ff41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db68f4af340cd" /><Relationship Type="http://schemas.openxmlformats.org/officeDocument/2006/relationships/image" Target="/ppt/media/image3.png" Id="R1b2b28cf794f45ab" /><Relationship Type="http://schemas.openxmlformats.org/officeDocument/2006/relationships/notesSlide" Target="/ppt/notesSlides/notesSlide15.xml" Id="R549b729d4c424e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69c6ce80e4fa4" /><Relationship Type="http://schemas.openxmlformats.org/officeDocument/2006/relationships/notesSlide" Target="/ppt/notesSlides/notesSlide16.xml" Id="R9f5dc498e18642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ac1786311438d" /><Relationship Type="http://schemas.openxmlformats.org/officeDocument/2006/relationships/notesSlide" Target="/ppt/notesSlides/notesSlide17.xml" Id="Rbe1cc6c2fcdc46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994e0da03740f4" /><Relationship Type="http://schemas.openxmlformats.org/officeDocument/2006/relationships/notesSlide" Target="/ppt/notesSlides/notesSlide18.xml" Id="R7fbeeb96a3d047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EB79324-F902-41F7-80C6-0DF2DAA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B491B3CE-AC70-4718-87C3-226B742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6f6a2a0c02460e">
            <a:grayscl/>
            <a:alphaModFix amt="27000"/>
          </a:blip>
          <a:srcRect xmlns:a="http://schemas.openxmlformats.org/drawingml/2006/main" l="17077" t="0" r="0" b="76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5957495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A54F40-F5FA-1E45-78EC-20486FE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05" y="1129172"/>
            <a:ext cx="9763158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THE FOUNDATION</a:t>
            </a:r>
          </a:p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3412535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WHY FOUNDATIONS MATTER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3" y="1260709"/>
            <a:ext cx="10823981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CLARITY BEFORE TACTICS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7FD0A2-94F3-0018-D150-0CD40EE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2" y="2073418"/>
            <a:ext cx="10823982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latin typeface="Century Gothic"/>
                <a:ea typeface="Century Gothic"/>
                <a:cs typeface="Century Gothic"/>
              </a:rPr>
              <a:t>WEEK 2 OUTCOMES</a:t>
            </a:r>
            <a:endParaRPr sz="5000" b="1" spc="-150"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Build the brand, customer, journey, and goal foundations for a stronger digital marketing strategy.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Identify what must be defined before strategy begins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Connect customer insight to channel choices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Select goals that fit the organization and market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0A632F-27A2-8065-0D16-81BA8DEF6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698" y="336332"/>
            <a:ext cx="10512424" cy="6700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000"/>
              <a:t>WEEK 2 ROADMAP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0A1E884-6BCE-A56C-45AD-DAC9425A36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1810407"/>
            <a:ext cx="4982944" cy="40585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1. THE FOUNDATION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>
                <a:latin typeface="Century Gothic"/>
                <a:ea typeface="Century Gothic"/>
                <a:cs typeface="Century Gothic"/>
              </a:rPr>
              <a:t>Brand, customer, and goals</a:t>
            </a:r>
          </a:p>
          <a:p xmlns:a="http://schemas.openxmlformats.org/drawingml/2006/main">
            <a:r>
              <a:t/>
            </a:r>
            <a:endParaRPr b="1"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r>
              <a:rPr>
                <a:solidFill>
                  <a:srgbClr val="DDAF4C"/>
                </a:solidFill>
              </a:rPr>
              <a:t>2. THE BRAND</a:t>
            </a:r>
          </a:p>
          <a:p xmlns:a="http://schemas.openxmlformats.org/drawingml/2006/main">
            <a:r>
              <a:t>Mission, positioning, identity, and image</a:t>
            </a:r>
            <a:endParaRPr/>
          </a:p>
          <a:p xmlns:a="http://schemas.openxmlformats.org/drawingml/2006/main">
            <a:r>
              <a:rPr>
                <a:solidFill>
                  <a:srgbClr val="DDAF4C"/>
                </a:solidFill>
              </a:rPr>
              <a:t/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3. THE CUSTOMER</a:t>
            </a:r>
            <a:endParaRPr/>
          </a:p>
          <a:p xmlns:a="http://schemas.openxmlformats.org/drawingml/2006/main">
            <a:r>
              <a:rPr b="1" i="1">
                <a:solidFill>
                  <a:srgbClr val="DDAF4C"/>
                </a:solidFill>
                <a:latin typeface="Adobe Garamond Pro Bold"/>
                <a:ea typeface="Adobe Garamond Pro Bold"/>
                <a:cs typeface="Adobe Garamond Pro Bold"/>
              </a:rPr>
              <a:t>Buyer persona, journey, and touchpoints</a:t>
            </a:r>
          </a:p>
          <a:p xmlns:a="http://schemas.openxmlformats.org/drawingml/2006/main">
            <a:r>
              <a:rPr b="1" i="1">
                <a:solidFill>
                  <a:srgbClr val="DDAF4C"/>
                </a:solidFill>
                <a:latin typeface="Adobe Garamond Pro Bold"/>
                <a:ea typeface="Adobe Garamond Pro Bold"/>
                <a:cs typeface="Adobe Garamond Pro Bold"/>
              </a:rPr>
              <a:t/>
            </a:r>
          </a:p>
          <a:p xmlns:a="http://schemas.openxmlformats.org/drawingml/2006/main">
            <a:r>
              <a:rPr b="1" i="1">
                <a:solidFill>
                  <a:srgbClr val="DDAF4C"/>
                </a:solidFill>
                <a:latin typeface="Adobe Garamond Pro Bold"/>
                <a:ea typeface="Adobe Garamond Pro Bold"/>
                <a:cs typeface="Adobe Garamond Pro Bold"/>
              </a:rPr>
              <a:t>4. CAMPAIGN GOALS</a:t>
            </a:r>
          </a:p>
          <a:p xmlns:a="http://schemas.openxmlformats.org/drawingml/2006/main">
            <a:r>
              <a:rPr b="1" i="1">
                <a:solidFill>
                  <a:srgbClr val="DDAF4C"/>
                </a:solidFill>
                <a:latin typeface="Adobe Garamond Pro Bold"/>
                <a:ea typeface="Adobe Garamond Pro Bold"/>
                <a:cs typeface="Adobe Garamond Pro Bold"/>
              </a:rPr>
              <a:t>Choose the right outcome before the tactics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2F0FEC4-7EAD-B68C-8E13-BF8102AD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69" y="2658600"/>
            <a:ext cx="1387365" cy="125073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88B1BB-3179-908F-C0B3-FC09BD50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513" y="2658600"/>
            <a:ext cx="1387365" cy="12507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1CC911B-2143-626D-73B5-72C472EB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57" y="2658600"/>
            <a:ext cx="1387365" cy="12507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19ECE26-9A7B-B918-0205-680F20B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69" y="4163170"/>
            <a:ext cx="1387365" cy="12507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F7FF946-F2C7-D6E7-161B-FE79175B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57" y="4163170"/>
            <a:ext cx="1387365" cy="12507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140F6C2-AD7C-88D0-87DF-51C8BE95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513" y="4163170"/>
            <a:ext cx="1387365" cy="12507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34A167C-C9ED-83B6-37A6-61E69AB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661" y="3059668"/>
            <a:ext cx="98797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Apex New Light"/>
                <a:ea typeface="Apex New Light"/>
                <a:cs typeface="Apex New Light"/>
              </a:rPr>
              <a:t>THE FOUR SECTIONS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1154096-614E-C989-8729-B4EF0C0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208" y="2960799"/>
            <a:ext cx="98797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Apex New Light"/>
                <a:ea typeface="Apex New Light"/>
                <a:cs typeface="Apex New Light"/>
              </a:rPr>
              <a:t>FOUNDATION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3FDAB1-1936-AF1F-D3A4-2CD634E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452" y="2966892"/>
            <a:ext cx="98797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Apex New Light"/>
                <a:ea typeface="Apex New Light"/>
                <a:cs typeface="Apex New Light"/>
              </a:rPr>
              <a:t>BRAND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CAA5633-D112-FD9D-3F76-079E158E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452" y="4603869"/>
            <a:ext cx="987973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Apex New Light"/>
                <a:ea typeface="Apex New Light"/>
                <a:cs typeface="Apex New Light"/>
              </a:rPr>
              <a:t>CUSTOMER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CB4720-324D-8C3E-2E8A-25F61D1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207" y="4603869"/>
            <a:ext cx="98797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Apex New Light"/>
                <a:ea typeface="Apex New Light"/>
                <a:cs typeface="Apex New Light"/>
              </a:rPr>
              <a:t>GOALS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458717-3573-9ED3-BA32-93D7742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964" y="4465369"/>
            <a:ext cx="98797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Apex New Light"/>
                <a:ea typeface="Apex New Light"/>
                <a:cs typeface="Apex New Light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088B3E-5D6C-03E3-A8DB-61E8714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98" y="1347216"/>
            <a:ext cx="267066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75000"/>
                  </a:schemeClr>
                </a:solidFill>
                <a:latin typeface="Century Gothic"/>
                <a:ea typeface="Century Gothic"/>
                <a:cs typeface="Century Gothic"/>
              </a:rPr>
              <a:t/>
            </a:r>
          </a:p>
        </p:txBody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123C0109-10C1-42A7-9AAA-214C279B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38" y="1006366"/>
            <a:ext cx="1069953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A052BE2C-EEBE-42B7-B62F-A0ABD5D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37" y="1810408"/>
            <a:ext cx="1069953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3D671F-9BD1-AA81-584C-A4C38C92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603" y="1379907"/>
            <a:ext cx="267066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75000"/>
                  </a:schemeClr>
                </a:solidFill>
                <a:latin typeface="Century Gothic"/>
                <a:ea typeface="Century Gothic"/>
                <a:cs typeface="Century Gothic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25175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1 — THE FOUNDATION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Strong digital strategy starts with clarity about the brand, the customer, and the goal.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052de8fb74e83"/>
          <a:stretch xmlns:a="http://schemas.openxmlformats.org/drawingml/2006/main"/>
        </p:blipFill>
        <p:spPr>
          <a:xfrm xmlns:a="http://schemas.openxmlformats.org/drawingml/2006/main">
            <a:off x="6191828" y="148646"/>
            <a:ext cx="4603783" cy="3452837"/>
          </a:xfrm>
          <a:prstGeom xmlns:a="http://schemas.openxmlformats.org/drawingml/2006/main" prst="rect">
            <a:avLst/>
          </a:prstGeom>
        </p:spPr>
      </p:pic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8f2c6cad44cb8"/>
          <a:stretch xmlns:a="http://schemas.openxmlformats.org/drawingml/2006/main"/>
        </p:blipFill>
        <p:spPr>
          <a:xfrm xmlns:a="http://schemas.openxmlformats.org/drawingml/2006/main">
            <a:off x="9144945" y="3730034"/>
            <a:ext cx="2300061" cy="2300061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ed953d9594836"/>
          <a:stretch xmlns:a="http://schemas.openxmlformats.org/drawingml/2006/main"/>
        </p:blipFill>
        <p:spPr>
          <a:xfrm xmlns:a="http://schemas.openxmlformats.org/drawingml/2006/main">
            <a:off x="5142130" y="3730034"/>
            <a:ext cx="3066748" cy="2300061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THE FOUNDATION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AE8D29-FE4E-8206-3418-E2FEA3E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9" y="2042736"/>
            <a:ext cx="3626350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Before choosing tactics, define: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What the organization stands for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Who the customer is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What the campaign must accomplish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b2e7e65a24dc6"/>
          <a:stretch xmlns:a="http://schemas.openxmlformats.org/drawingml/2006/main"/>
        </p:blipFill>
        <p:spPr>
          <a:xfrm xmlns:a="http://schemas.openxmlformats.org/drawingml/2006/main">
            <a:off x="4953000" y="571500"/>
            <a:ext cx="6858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ONE FOUNDATION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3" y="1260709"/>
            <a:ext cx="10823981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MANY CHANNELS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7FD0A2-94F3-0018-D150-0CD40EE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2" y="2073418"/>
            <a:ext cx="10823982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latin typeface="Century Gothic"/>
                <a:ea typeface="Century Gothic"/>
                <a:cs typeface="Century Gothic"/>
              </a:rPr>
              <a:t>CONSISTENT STRATEGY</a:t>
            </a:r>
            <a:endParaRPr sz="5000" b="1" spc="-150"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These decisions shape every execution: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Website and landing pages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SEO and content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Social media and digital ads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Email marketing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SECTION 2 — THE BRAND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Purpose, position, and identity give the brand a clear place in the customer’s mind.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9087193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MISSION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3" y="1260709"/>
            <a:ext cx="10823981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PURPOSE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7FD0A2-94F3-0018-D150-0CD40EE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2" y="2073418"/>
            <a:ext cx="10823982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latin typeface="Century Gothic"/>
                <a:ea typeface="Century Gothic"/>
                <a:cs typeface="Century Gothic"/>
              </a:rPr>
              <a:t>DIRECTION</a:t>
            </a:r>
            <a:endParaRPr sz="5000" b="1" spc="-150"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A mission statement explains why the organization exists and what it seeks to contribute.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It guides content, messaging, and decisions so the brand communicates with one voice.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POSITIONING STATEMENT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798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For [target audience], [product or service] is [concise description]. It is ideal for [best use or application] because [primary benefit or differentiation].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UNIQUE SELLING PROPOSITION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State the compelling benefit in language the customer immediately understands.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cbbdb60f041c1"/>
          <a:stretch xmlns:a="http://schemas.openxmlformats.org/drawingml/2006/main"/>
        </p:blipFill>
        <p:spPr>
          <a:xfrm xmlns:a="http://schemas.openxmlformats.org/drawingml/2006/main">
            <a:off x="5507658" y="148646"/>
            <a:ext cx="5144219" cy="3858164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e7c40d7bf4729"/>
          <a:stretch xmlns:a="http://schemas.openxmlformats.org/drawingml/2006/main"/>
        </p:blipFill>
        <p:spPr>
          <a:xfrm xmlns:a="http://schemas.openxmlformats.org/drawingml/2006/main">
            <a:off x="8809850" y="4121517"/>
            <a:ext cx="2568137" cy="2568137"/>
          </a:xfrm>
          <a:prstGeom xmlns:a="http://schemas.openxmlformats.org/drawingml/2006/main" prst="rect">
            <a:avLst/>
          </a:prstGeom>
        </p:spPr>
      </p:pic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5d88171a2493f"/>
          <a:stretch xmlns:a="http://schemas.openxmlformats.org/drawingml/2006/main"/>
        </p:blipFill>
        <p:spPr>
          <a:xfrm xmlns:a="http://schemas.openxmlformats.org/drawingml/2006/main">
            <a:off x="4353525" y="4121517"/>
            <a:ext cx="3424183" cy="2568137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5B6AC5-C418-CF38-7E40-075352A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62" y="349509"/>
            <a:ext cx="4773599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BRAND IDENTITY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BB7B6E-5A70-24FC-9876-AC1845C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40" y="1951672"/>
            <a:ext cx="362635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Identity is what the company intentionally creates.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Image is what people actually believe.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Associations are the ideas, qualities, feelings, images, and experiences people connect to the brand.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6e49c3626489d"/>
          <a:stretch xmlns:a="http://schemas.openxmlformats.org/drawingml/2006/main"/>
        </p:blipFill>
        <p:spPr>
          <a:xfrm xmlns:a="http://schemas.openxmlformats.org/drawingml/2006/main">
            <a:off x="4953000" y="571500"/>
            <a:ext cx="6858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94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3 — THE CUSTOMER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Turn target-market research into a vivid buyer persona and a mapped path to purchase.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67703ffa94d86"/>
          <a:stretch xmlns:a="http://schemas.openxmlformats.org/drawingml/2006/main"/>
        </p:blipFill>
        <p:spPr>
          <a:xfrm xmlns:a="http://schemas.openxmlformats.org/drawingml/2006/main">
            <a:off x="5507658" y="148646"/>
            <a:ext cx="5144219" cy="3858164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b691e7a364d45"/>
          <a:stretch xmlns:a="http://schemas.openxmlformats.org/drawingml/2006/main"/>
        </p:blipFill>
        <p:spPr>
          <a:xfrm xmlns:a="http://schemas.openxmlformats.org/drawingml/2006/main">
            <a:off x="8809850" y="4121517"/>
            <a:ext cx="2568137" cy="2568137"/>
          </a:xfrm>
          <a:prstGeom xmlns:a="http://schemas.openxmlformats.org/drawingml/2006/main" prst="rect">
            <a:avLst/>
          </a:prstGeom>
        </p:spPr>
      </p:pic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80bc185454643"/>
          <a:stretch xmlns:a="http://schemas.openxmlformats.org/drawingml/2006/main"/>
        </p:blipFill>
        <p:spPr>
          <a:xfrm xmlns:a="http://schemas.openxmlformats.org/drawingml/2006/main">
            <a:off x="4353525" y="4121517"/>
            <a:ext cx="3424183" cy="2568137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5B6AC5-C418-CF38-7E40-075352A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62" y="349509"/>
            <a:ext cx="4773599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BUYER PERSONA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BB7B6E-5A70-24FC-9876-AC1845C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40" y="1951672"/>
            <a:ext cx="362635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A semi-fictional portrait of the ideal customer, grounded in research.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Include demographics, lifestyle, pain points, objections, media habits, search behavior, and a day in the life.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d826d7284373"/>
          <a:stretch xmlns:a="http://schemas.openxmlformats.org/drawingml/2006/main"/>
        </p:blipFill>
        <p:spPr>
          <a:xfrm xmlns:a="http://schemas.openxmlformats.org/drawingml/2006/main">
            <a:off x="4762500" y="500063"/>
            <a:ext cx="7048500" cy="5286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948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ac8e0a37d44140"/>
          <a:stretch xmlns:a="http://schemas.openxmlformats.org/drawingml/2006/main"/>
        </p:blipFill>
        <p:spPr>
          <a:xfrm xmlns:a="http://schemas.openxmlformats.org/drawingml/2006/main">
            <a:off x="4833980" y="-1"/>
            <a:ext cx="5983933" cy="5983933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5980670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</a:t>
            </a:r>
          </a:p>
        </p:txBody>
      </p:sp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2b28cf794f45ab"/>
          <a:stretch xmlns:a="http://schemas.openxmlformats.org/drawingml/2006/main"/>
        </p:blipFill>
        <p:spPr>
          <a:xfrm xmlns:a="http://schemas.openxmlformats.org/drawingml/2006/main">
            <a:off x="3740688" y="-1"/>
            <a:ext cx="6873056" cy="687305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30" y="518984"/>
            <a:ext cx="598067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JOURNEY MAP</a:t>
            </a:r>
          </a:p>
        </p:txBody>
      </p:sp>
    </p:spTree>
    <p:extLst>
      <p:ext uri="{BB962C8B-B14F-4D97-AF65-F5344CB8AC3E}">
        <p14:creationId xmlns:p14="http://schemas.microsoft.com/office/powerpoint/2010/main" val="26196402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2377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4 — CAMPAIGN GOALS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Choose the desired outcome first. Tactics come after the goal is clear.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AWARENESS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3" y="1260709"/>
            <a:ext cx="10823981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ACTION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7FD0A2-94F3-0018-D150-0CD40EE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2" y="2073418"/>
            <a:ext cx="10823982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latin typeface="Century Gothic"/>
                <a:ea typeface="Century Gothic"/>
                <a:cs typeface="Century Gothic"/>
              </a:rPr>
              <a:t>RELATIONSHIP</a:t>
            </a:r>
            <a:endParaRPr sz="5000" b="1" spc="-150"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Campaign goals describe outcomes—not channels.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Awareness and recall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Sales, traffic, and leads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Positioning and credibility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Relationships and value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Brand clarity + customer insight + the right goal create a strategy that can guide every channel and tactic.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theme/theme1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2026-09-10T19:28:57.8730000Z</dcterms:created>
  <dcterms:modified xsi:type="dcterms:W3CDTF">2026-09-10T19:28:57.8730000Z</dcterms:modified>
</coreProperties>
</file>