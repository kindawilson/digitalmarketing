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d36df28404ee7" /><Relationship Type="http://schemas.openxmlformats.org/officeDocument/2006/relationships/extended-properties" Target="/docProps/app.xml" Id="R39a4369081434813" /><Relationship Type="http://schemas.openxmlformats.org/officeDocument/2006/relationships/officeDocument" Target="/ppt/presentation.xml" Id="Rf10ce6d90ffe4e2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feb581a086d432e"/>
  </p:sldMasterIdLst>
  <p:notesMasterIdLst>
    <p:notesMasterId xmlns:r="http://schemas.openxmlformats.org/officeDocument/2006/relationships" r:id="Rbf7214f97f4847b5"/>
  </p:notesMasterIdLst>
  <p:sldIdLst>
    <p:sldId xmlns:r="http://schemas.openxmlformats.org/officeDocument/2006/relationships" id="256" r:id="R9d9e3d5460e7480c"/>
    <p:sldId xmlns:r="http://schemas.openxmlformats.org/officeDocument/2006/relationships" id="257" r:id="R8f707b4a721b4479"/>
    <p:sldId xmlns:r="http://schemas.openxmlformats.org/officeDocument/2006/relationships" id="258" r:id="Rd5d40da366e04537"/>
    <p:sldId xmlns:r="http://schemas.openxmlformats.org/officeDocument/2006/relationships" id="259" r:id="R2f357952955f4b83"/>
    <p:sldId xmlns:r="http://schemas.openxmlformats.org/officeDocument/2006/relationships" id="260" r:id="Rab8a1b6c927e4b1d"/>
    <p:sldId xmlns:r="http://schemas.openxmlformats.org/officeDocument/2006/relationships" id="261" r:id="Re5ec6f5c4b1d42b8"/>
    <p:sldId xmlns:r="http://schemas.openxmlformats.org/officeDocument/2006/relationships" id="262" r:id="R1b50703dd78743b3"/>
    <p:sldId xmlns:r="http://schemas.openxmlformats.org/officeDocument/2006/relationships" id="263" r:id="R3baeb332c3094f7c"/>
    <p:sldId xmlns:r="http://schemas.openxmlformats.org/officeDocument/2006/relationships" id="264" r:id="R4fa1da0cfea24b3d"/>
    <p:sldId xmlns:r="http://schemas.openxmlformats.org/officeDocument/2006/relationships" id="265" r:id="R6cb762a2636c40cd"/>
    <p:sldId xmlns:r="http://schemas.openxmlformats.org/officeDocument/2006/relationships" id="266" r:id="R5bfc1d7bf6d24cb8"/>
    <p:sldId xmlns:r="http://schemas.openxmlformats.org/officeDocument/2006/relationships" id="267" r:id="R11305946ed104498"/>
    <p:sldId xmlns:r="http://schemas.openxmlformats.org/officeDocument/2006/relationships" id="268" r:id="R8444c7ea84004d0f"/>
    <p:sldId xmlns:r="http://schemas.openxmlformats.org/officeDocument/2006/relationships" id="269" r:id="Rd883f675994d4560"/>
    <p:sldId xmlns:r="http://schemas.openxmlformats.org/officeDocument/2006/relationships" id="270" r:id="R56702de8719c4fed"/>
    <p:sldId xmlns:r="http://schemas.openxmlformats.org/officeDocument/2006/relationships" id="271" r:id="R3ac748d5ae7e4008"/>
    <p:sldId xmlns:r="http://schemas.openxmlformats.org/officeDocument/2006/relationships" id="272" r:id="Re42906b0e5b64d48"/>
    <p:sldId xmlns:r="http://schemas.openxmlformats.org/officeDocument/2006/relationships" id="273" r:id="R1603ddcd000341ab"/>
  </p:sldIdLst>
  <p:sldSz cx="12192000" cy="6858000"/>
  <p:notesSz cx="6858000" cy="9144000"/>
  <p:embeddedFontLst>
    <p:embeddedFont>
      <p:font typeface="Adobe Garamond Pro Bold"/>
      <p:bold xmlns:r="http://schemas.openxmlformats.org/officeDocument/2006/relationships" r:id="Rb7661c16926f4914"/>
      <p:italic xmlns:r="http://schemas.openxmlformats.org/officeDocument/2006/relationships" r:id="R742d12f589d64c79"/>
      <p:boldItalic xmlns:r="http://schemas.openxmlformats.org/officeDocument/2006/relationships" r:id="Ra578462e2ee14368"/>
    </p:embeddedFont>
    <p:embeddedFont>
      <p:font typeface="Apex New Book"/>
      <p:regular xmlns:r="http://schemas.openxmlformats.org/officeDocument/2006/relationships" r:id="R9807f388d02e4ce8"/>
    </p:embeddedFont>
    <p:embeddedFont>
      <p:font typeface="Apex New Book Italic"/>
      <p:italic xmlns:r="http://schemas.openxmlformats.org/officeDocument/2006/relationships" r:id="R1bf628f93a9741b9"/>
    </p:embeddedFont>
    <p:embeddedFont>
      <p:font typeface="Apex New Light"/>
      <p:regular xmlns:r="http://schemas.openxmlformats.org/officeDocument/2006/relationships" r:id="Rdace27c09ada489d"/>
    </p:embeddedFont>
    <p:embeddedFont>
      <p:font typeface="Century Gothic"/>
      <p:regular xmlns:r="http://schemas.openxmlformats.org/officeDocument/2006/relationships" r:id="R5cd6063a6d754281"/>
      <p:bold xmlns:r="http://schemas.openxmlformats.org/officeDocument/2006/relationships" r:id="R4bb05b81c57f4e76"/>
      <p:italic xmlns:r="http://schemas.openxmlformats.org/officeDocument/2006/relationships" r:id="R41604e1b89b647fb"/>
      <p:boldItalic xmlns:r="http://schemas.openxmlformats.org/officeDocument/2006/relationships" r:id="R8a3d2fd8da7f492f"/>
    </p:embeddedFont>
    <p:embeddedFont>
      <p:font typeface="Garamond"/>
      <p:regular xmlns:r="http://schemas.openxmlformats.org/officeDocument/2006/relationships" r:id="R4219f6b58f6a497b"/>
      <p:bold xmlns:r="http://schemas.openxmlformats.org/officeDocument/2006/relationships" r:id="Rbd73774ad1b9489a"/>
      <p:italic xmlns:r="http://schemas.openxmlformats.org/officeDocument/2006/relationships" r:id="R8d101272249540e0"/>
      <p:boldItalic xmlns:r="http://schemas.openxmlformats.org/officeDocument/2006/relationships" r:id="Radd4219616f845c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a423ebb2145ac" /><Relationship Type="http://schemas.openxmlformats.org/officeDocument/2006/relationships/slideMaster" Target="/ppt/slideMasters/slideMaster1.xml" Id="R5feb581a086d432e" /><Relationship Type="http://schemas.openxmlformats.org/officeDocument/2006/relationships/notesMaster" Target="/ppt/notesMasters/notesMaster1.xml" Id="Rbf7214f97f4847b5" /><Relationship Type="http://schemas.openxmlformats.org/officeDocument/2006/relationships/presProps" Target="/ppt/presProps.xml" Id="R40c764bf6c534633" /><Relationship Type="http://schemas.openxmlformats.org/officeDocument/2006/relationships/viewProps" Target="/ppt/viewProps.xml" Id="Rcf1c24cf5ac64393" /><Relationship Type="http://schemas.openxmlformats.org/officeDocument/2006/relationships/tableStyles" Target="/ppt/tableStyles.xml" Id="Rd805828c210d4bf8" /><Relationship Type="http://schemas.openxmlformats.org/officeDocument/2006/relationships/font" Target="/ppt/fonts/font.dat" Id="Rb7661c16926f4914" /><Relationship Type="http://schemas.openxmlformats.org/officeDocument/2006/relationships/font" Target="/ppt/fonts/font2.dat" Id="R742d12f589d64c79" /><Relationship Type="http://schemas.openxmlformats.org/officeDocument/2006/relationships/font" Target="/ppt/fonts/font3.dat" Id="Ra578462e2ee14368" /><Relationship Type="http://schemas.openxmlformats.org/officeDocument/2006/relationships/font" Target="/ppt/fonts/font4.dat" Id="R9807f388d02e4ce8" /><Relationship Type="http://schemas.openxmlformats.org/officeDocument/2006/relationships/font" Target="/ppt/fonts/font5.dat" Id="R1bf628f93a9741b9" /><Relationship Type="http://schemas.openxmlformats.org/officeDocument/2006/relationships/font" Target="/ppt/fonts/font6.dat" Id="Rdace27c09ada489d" /><Relationship Type="http://schemas.openxmlformats.org/officeDocument/2006/relationships/font" Target="/ppt/fonts/font7.dat" Id="R5cd6063a6d754281" /><Relationship Type="http://schemas.openxmlformats.org/officeDocument/2006/relationships/font" Target="/ppt/fonts/font8.dat" Id="R4bb05b81c57f4e76" /><Relationship Type="http://schemas.openxmlformats.org/officeDocument/2006/relationships/font" Target="/ppt/fonts/font9.dat" Id="R41604e1b89b647fb" /><Relationship Type="http://schemas.openxmlformats.org/officeDocument/2006/relationships/font" Target="/ppt/fonts/font10.dat" Id="R8a3d2fd8da7f492f" /><Relationship Type="http://schemas.openxmlformats.org/officeDocument/2006/relationships/font" Target="/ppt/fonts/font11.dat" Id="R4219f6b58f6a497b" /><Relationship Type="http://schemas.openxmlformats.org/officeDocument/2006/relationships/font" Target="/ppt/fonts/font12.dat" Id="Rbd73774ad1b9489a" /><Relationship Type="http://schemas.openxmlformats.org/officeDocument/2006/relationships/font" Target="/ppt/fonts/font13.dat" Id="R8d101272249540e0" /><Relationship Type="http://schemas.openxmlformats.org/officeDocument/2006/relationships/font" Target="/ppt/fonts/font14.dat" Id="Radd4219616f845c6" /><Relationship Type="http://schemas.openxmlformats.org/officeDocument/2006/relationships/slide" Target="/ppt/slides/slide1.xml" Id="R9d9e3d5460e7480c" /><Relationship Type="http://schemas.openxmlformats.org/officeDocument/2006/relationships/slide" Target="/ppt/slides/slide2.xml" Id="R8f707b4a721b4479" /><Relationship Type="http://schemas.openxmlformats.org/officeDocument/2006/relationships/slide" Target="/ppt/slides/slide3.xml" Id="Rd5d40da366e04537" /><Relationship Type="http://schemas.openxmlformats.org/officeDocument/2006/relationships/slide" Target="/ppt/slides/slide4.xml" Id="R2f357952955f4b83" /><Relationship Type="http://schemas.openxmlformats.org/officeDocument/2006/relationships/slide" Target="/ppt/slides/slide5.xml" Id="Rab8a1b6c927e4b1d" /><Relationship Type="http://schemas.openxmlformats.org/officeDocument/2006/relationships/slide" Target="/ppt/slides/slide6.xml" Id="Re5ec6f5c4b1d42b8" /><Relationship Type="http://schemas.openxmlformats.org/officeDocument/2006/relationships/slide" Target="/ppt/slides/slide7.xml" Id="R1b50703dd78743b3" /><Relationship Type="http://schemas.openxmlformats.org/officeDocument/2006/relationships/slide" Target="/ppt/slides/slide8.xml" Id="R3baeb332c3094f7c" /><Relationship Type="http://schemas.openxmlformats.org/officeDocument/2006/relationships/slide" Target="/ppt/slides/slide9.xml" Id="R4fa1da0cfea24b3d" /><Relationship Type="http://schemas.openxmlformats.org/officeDocument/2006/relationships/slide" Target="/ppt/slides/slide10.xml" Id="R6cb762a2636c40cd" /><Relationship Type="http://schemas.openxmlformats.org/officeDocument/2006/relationships/slide" Target="/ppt/slides/slide11.xml" Id="R5bfc1d7bf6d24cb8" /><Relationship Type="http://schemas.openxmlformats.org/officeDocument/2006/relationships/slide" Target="/ppt/slides/slide12.xml" Id="R11305946ed104498" /><Relationship Type="http://schemas.openxmlformats.org/officeDocument/2006/relationships/slide" Target="/ppt/slides/slide13.xml" Id="R8444c7ea84004d0f" /><Relationship Type="http://schemas.openxmlformats.org/officeDocument/2006/relationships/slide" Target="/ppt/slides/slide14.xml" Id="Rd883f675994d4560" /><Relationship Type="http://schemas.openxmlformats.org/officeDocument/2006/relationships/slide" Target="/ppt/slides/slide15.xml" Id="R56702de8719c4fed" /><Relationship Type="http://schemas.openxmlformats.org/officeDocument/2006/relationships/slide" Target="/ppt/slides/slide16.xml" Id="R3ac748d5ae7e4008" /><Relationship Type="http://schemas.openxmlformats.org/officeDocument/2006/relationships/slide" Target="/ppt/slides/slide17.xml" Id="Re42906b0e5b64d48" /><Relationship Type="http://schemas.openxmlformats.org/officeDocument/2006/relationships/slide" Target="/ppt/slides/slide18.xml" Id="R1603ddcd000341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fc8e62f2cb41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a7120a978740a0" /><Relationship Type="http://schemas.openxmlformats.org/officeDocument/2006/relationships/notesMaster" Target="/ppt/notesMasters/notesMaster1.xml" Id="R42f701cc1c5447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b5a2866474c8a" /><Relationship Type="http://schemas.openxmlformats.org/officeDocument/2006/relationships/notesMaster" Target="/ppt/notesMasters/notesMaster1.xml" Id="Rc8aa69b553a9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3a4bad42e9417c" /><Relationship Type="http://schemas.openxmlformats.org/officeDocument/2006/relationships/notesMaster" Target="/ppt/notesMasters/notesMaster1.xml" Id="Reaf293f2041c4b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e58a4ddba04778" /><Relationship Type="http://schemas.openxmlformats.org/officeDocument/2006/relationships/notesMaster" Target="/ppt/notesMasters/notesMaster1.xml" Id="R1c4907fca07d45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69b4157b3b4e75" /><Relationship Type="http://schemas.openxmlformats.org/officeDocument/2006/relationships/notesMaster" Target="/ppt/notesMasters/notesMaster1.xml" Id="R25509d9d8ce346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9b594c1d424489" /><Relationship Type="http://schemas.openxmlformats.org/officeDocument/2006/relationships/notesMaster" Target="/ppt/notesMasters/notesMaster1.xml" Id="Ra03cea85d1ae40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ad7b84a5f4677" /><Relationship Type="http://schemas.openxmlformats.org/officeDocument/2006/relationships/notesMaster" Target="/ppt/notesMasters/notesMaster1.xml" Id="R81ea377583a94c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3dec62965b48dd" /><Relationship Type="http://schemas.openxmlformats.org/officeDocument/2006/relationships/notesMaster" Target="/ppt/notesMasters/notesMaster1.xml" Id="Rb506c3d317a642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5315db99024c41" /><Relationship Type="http://schemas.openxmlformats.org/officeDocument/2006/relationships/notesMaster" Target="/ppt/notesMasters/notesMaster1.xml" Id="R13db72d14a8642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564dbf64204843" /><Relationship Type="http://schemas.openxmlformats.org/officeDocument/2006/relationships/notesMaster" Target="/ppt/notesMasters/notesMaster1.xml" Id="R2007da93760745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fc41faedb047fa" /><Relationship Type="http://schemas.openxmlformats.org/officeDocument/2006/relationships/notesMaster" Target="/ppt/notesMasters/notesMaster1.xml" Id="R03b88802caa047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e417407c774c08" /><Relationship Type="http://schemas.openxmlformats.org/officeDocument/2006/relationships/notesMaster" Target="/ppt/notesMasters/notesMaster1.xml" Id="R7d8e23e8d2624c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b82c33e6d44674" /><Relationship Type="http://schemas.openxmlformats.org/officeDocument/2006/relationships/notesMaster" Target="/ppt/notesMasters/notesMaster1.xml" Id="R3a9bcdb865de4d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f92d406580411b" /><Relationship Type="http://schemas.openxmlformats.org/officeDocument/2006/relationships/notesMaster" Target="/ppt/notesMasters/notesMaster1.xml" Id="Rd86210f180794b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ca4c1b1ae04154" /><Relationship Type="http://schemas.openxmlformats.org/officeDocument/2006/relationships/notesMaster" Target="/ppt/notesMasters/notesMaster1.xml" Id="R5cd0e011ac6b4c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fb83efd3a54a7b" /><Relationship Type="http://schemas.openxmlformats.org/officeDocument/2006/relationships/notesMaster" Target="/ppt/notesMasters/notesMaster1.xml" Id="Ree84fd730cf649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440eaad2234724" /><Relationship Type="http://schemas.openxmlformats.org/officeDocument/2006/relationships/notesMaster" Target="/ppt/notesMasters/notesMaster1.xml" Id="R2962be95e26547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bb9b58745b48f9" /><Relationship Type="http://schemas.openxmlformats.org/officeDocument/2006/relationships/notesMaster" Target="/ppt/notesMasters/notesMaster1.xml" Id="R2da72a1fd0c14b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f448db40548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f2278e7a546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2635ef6e548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362d1717741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d942bbc064d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ad1ba5ff048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9af6fe3bb4fe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79C0B0-4A0C-43B6-CCC2-1D72B38F73A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000"/>
            </a:lvl1pPr>
          </a:lstStyle>
          <a:p xmlns:a="http://schemas.openxmlformats.org/drawingml/2006/main"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FB0968-620C-FC50-E650-5B896260CB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8603-F460-FCCF-66BC-7F1DA8967A8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ED7231-4048-54F1-271D-CC9B4BC217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E898DA-B373-177C-2A2A-2F43DFC2D82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6C7874-584F-D29E-E868-AC1958F68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864423-620B-3697-3A76-C5A809714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E4CD76-5A19-3F68-BEF2-111E9E4BF0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F9D63-EC31-2A06-0BA5-15080FE710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E86FDB-98F7-7240-6AB4-ADACFD768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7C9B4D-0748-50A4-4F76-13D3D1DB39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1C38F-484D-6E9B-37D7-76CBD36717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648739"/>
            <a:ext cx="9407798" cy="680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877845-9CFB-F092-1682-942CE6EBA7D5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10101481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 b="1" i="1">
                <a:latin typeface="Adobe Garamond Pro Bold"/>
                <a:ea typeface="Adobe Garamond Pro Bold"/>
                <a:cs typeface="Adobe Garamond Pro Bold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Quote Style in Adobe Garamond Pro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08889bfeb445475d" /><Relationship Type="http://schemas.openxmlformats.org/officeDocument/2006/relationships/theme" Target="/ppt/slideMasters/theme/theme2.xml" Id="R97a7a5b1ef2f4942" /><Relationship Type="http://schemas.openxmlformats.org/officeDocument/2006/relationships/slideLayout" Target="/ppt/slideLayouts/slideLayout1.xml" Id="R081e799ccf6a43ce" /><Relationship Type="http://schemas.openxmlformats.org/officeDocument/2006/relationships/slideLayout" Target="/ppt/slideLayouts/slideLayout2.xml" Id="Rce47aa6e843c4e97" /><Relationship Type="http://schemas.openxmlformats.org/officeDocument/2006/relationships/slideLayout" Target="/ppt/slideLayouts/slideLayout3.xml" Id="R32e378899376487d" /><Relationship Type="http://schemas.openxmlformats.org/officeDocument/2006/relationships/slideLayout" Target="/ppt/slideLayouts/slideLayout4.xml" Id="R4514d6aeb37c4c64" /><Relationship Type="http://schemas.openxmlformats.org/officeDocument/2006/relationships/slideLayout" Target="/ppt/slideLayouts/slideLayout5.xml" Id="R04b60b692e8147cf" /><Relationship Type="http://schemas.openxmlformats.org/officeDocument/2006/relationships/slideLayout" Target="/ppt/slideLayouts/slideLayout6.xml" Id="R85baaefa1ef34b69" /><Relationship Type="http://schemas.openxmlformats.org/officeDocument/2006/relationships/slideLayout" Target="/ppt/slideLayouts/slideLayout7.xml" Id="R8c951265e21543f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Placeholder 6">
            <a:extLst xmlns:a="http://schemas.openxmlformats.org/drawingml/2006/main">
              <a:ext uri="{FF2B5EF4-FFF2-40B4-BE49-F238E27FC236}">
                <a16:creationId xmlns:a16="http://schemas.microsoft.com/office/drawing/2014/main" id="{FAB59E34-65B1-8F8C-1B51-88029046A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623E423-631A-0095-D4B5-6E01768E6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2706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6E3D3FC0-AD25-4F74-B9CA-3277E34C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48AFD6C-D6C8-40BA-B4C6-58CD4072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89bfeb44547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075" y="6126797"/>
            <a:ext cx="4678381" cy="60216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e799ccf6a43ce"/>
    <p:sldLayoutId xmlns:r="http://schemas.openxmlformats.org/officeDocument/2006/relationships" id="2147483650" r:id="Rce47aa6e843c4e97"/>
    <p:sldLayoutId xmlns:r="http://schemas.openxmlformats.org/officeDocument/2006/relationships" id="2147483651" r:id="R32e378899376487d"/>
    <p:sldLayoutId xmlns:r="http://schemas.openxmlformats.org/officeDocument/2006/relationships" id="2147483652" r:id="R4514d6aeb37c4c64"/>
    <p:sldLayoutId xmlns:r="http://schemas.openxmlformats.org/officeDocument/2006/relationships" id="2147483653" r:id="R04b60b692e8147cf"/>
    <p:sldLayoutId xmlns:r="http://schemas.openxmlformats.org/officeDocument/2006/relationships" id="2147483654" r:id="R85baaefa1ef34b69"/>
    <p:sldLayoutId xmlns:r="http://schemas.openxmlformats.org/officeDocument/2006/relationships" id="2147483655" r:id="R8c951265e21543f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5000" b="1" i="0" kern="1200" spc="-150">
          <a:solidFill>
            <a:schemeClr val="tx1"/>
          </a:solidFill>
          <a:latin typeface="Century Gothic"/>
          <a:ea typeface="Century Gothic"/>
          <a:cs typeface="Century Gothic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c7e86626d4578" /><Relationship Type="http://schemas.openxmlformats.org/officeDocument/2006/relationships/image" Target="/ppt/media/image.png" Id="Raf2793311eca4769" /><Relationship Type="http://schemas.openxmlformats.org/officeDocument/2006/relationships/notesSlide" Target="/ppt/notesSlides/notesSlide1.xml" Id="R2c23f4b19c5548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5d159d8035407c" /><Relationship Type="http://schemas.openxmlformats.org/officeDocument/2006/relationships/notesSlide" Target="/ppt/notesSlides/notesSlide2.xml" Id="Rc30a31789dce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a3ec951d647da" /><Relationship Type="http://schemas.openxmlformats.org/officeDocument/2006/relationships/notesSlide" Target="/ppt/notesSlides/notesSlide3.xml" Id="R90b8fa3ddcc44d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5b0eaab0c4a67" /><Relationship Type="http://schemas.openxmlformats.org/officeDocument/2006/relationships/notesSlide" Target="/ppt/notesSlides/notesSlide4.xml" Id="Ra07966f8a95f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11596a1cdf419a" /><Relationship Type="http://schemas.openxmlformats.org/officeDocument/2006/relationships/image" Target="/ppt/media/image2.png" Id="R985616c899874dc8" /><Relationship Type="http://schemas.openxmlformats.org/officeDocument/2006/relationships/notesSlide" Target="/ppt/notesSlides/notesSlide5.xml" Id="Rad92b3dc800c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fc175443142a3" /><Relationship Type="http://schemas.openxmlformats.org/officeDocument/2006/relationships/notesSlide" Target="/ppt/notesSlides/notesSlide6.xml" Id="R581bf9355a90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f71a5ec3b246dc" /><Relationship Type="http://schemas.openxmlformats.org/officeDocument/2006/relationships/notesSlide" Target="/ppt/notesSlides/notesSlide7.xml" Id="R68c39a61122b4e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d3ebda0624ee2" /><Relationship Type="http://schemas.openxmlformats.org/officeDocument/2006/relationships/notesSlide" Target="/ppt/notesSlides/notesSlide8.xml" Id="R02d8d6be2f414c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1bf1063eb425d" /><Relationship Type="http://schemas.openxmlformats.org/officeDocument/2006/relationships/notesSlide" Target="/ppt/notesSlides/notesSlide9.xml" Id="R2e81b5c5764b49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7b98a4df4496d" /><Relationship Type="http://schemas.openxmlformats.org/officeDocument/2006/relationships/notesSlide" Target="/ppt/notesSlides/notesSlide10.xml" Id="Rc79eb0bf0e084b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753f688a6d4fa9" /><Relationship Type="http://schemas.openxmlformats.org/officeDocument/2006/relationships/image" Target="/ppt/media/image3.png" Id="R60bd6d45c25a4410" /><Relationship Type="http://schemas.openxmlformats.org/officeDocument/2006/relationships/notesSlide" Target="/ppt/notesSlides/notesSlide11.xml" Id="R1883cf5d11f048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782fde0bd4e09" /><Relationship Type="http://schemas.openxmlformats.org/officeDocument/2006/relationships/notesSlide" Target="/ppt/notesSlides/notesSlide12.xml" Id="R9a545722a9bf4f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d4458909954995" /><Relationship Type="http://schemas.openxmlformats.org/officeDocument/2006/relationships/image" Target="/ppt/media/image4.png" Id="R7804573861334c0d" /><Relationship Type="http://schemas.openxmlformats.org/officeDocument/2006/relationships/notesSlide" Target="/ppt/notesSlides/notesSlide13.xml" Id="R3dc137a26aff4b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ad238e63a4cce" /><Relationship Type="http://schemas.openxmlformats.org/officeDocument/2006/relationships/image" Target="/ppt/media/image5.png" Id="Rc93a4d5d50284203" /><Relationship Type="http://schemas.openxmlformats.org/officeDocument/2006/relationships/notesSlide" Target="/ppt/notesSlides/notesSlide14.xml" Id="R78b46471298d4e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a7c5d39fe4beb" /><Relationship Type="http://schemas.openxmlformats.org/officeDocument/2006/relationships/image" Target="/ppt/media/image6.png" Id="Rdb616d44cd444d41" /><Relationship Type="http://schemas.openxmlformats.org/officeDocument/2006/relationships/notesSlide" Target="/ppt/notesSlides/notesSlide15.xml" Id="R1d3307c2a7674b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7a2453167e4eb7" /><Relationship Type="http://schemas.openxmlformats.org/officeDocument/2006/relationships/notesSlide" Target="/ppt/notesSlides/notesSlide16.xml" Id="R7a27446d9c754f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bd3b996844481" /><Relationship Type="http://schemas.openxmlformats.org/officeDocument/2006/relationships/notesSlide" Target="/ppt/notesSlides/notesSlide17.xml" Id="R0b562f3f679749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a942dcdb4406e" /><Relationship Type="http://schemas.openxmlformats.org/officeDocument/2006/relationships/notesSlide" Target="/ppt/notesSlides/notesSlide18.xml" Id="R2983c703f94c4d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B75C523-96A6-42FB-AF9C-BA86C273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C9FE3154-DF5D-4E4B-82BA-2D1786C5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2793311eca4769">
            <a:grayscl/>
            <a:alphaModFix amt="27000"/>
          </a:blip>
          <a:srcRect xmlns:a="http://schemas.openxmlformats.org/drawingml/2006/main" l="17077" t="0" r="0" b="76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5957495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A54F40-F5FA-1E45-78EC-20486FE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05" y="1129172"/>
            <a:ext cx="9763158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50">
                <a:latin typeface="Century Gothic"/>
                <a:ea typeface="Century Gothic"/>
                <a:cs typeface="Century Gothic"/>
              </a:rPr>
              <a:t>THE FOUNDATION</a:t>
            </a:r>
          </a:p>
          <a:p xmlns:a="http://schemas.openxmlformats.org/drawingml/2006/main">
            <a:pPr algn="ctr">
              <a:buNone/>
            </a:pPr>
            <a:r>
              <a:rPr sz="5400" b="1" spc="-150">
                <a:latin typeface="Century Gothic"/>
                <a:ea typeface="Century Gothic"/>
                <a:cs typeface="Century Gothic"/>
              </a:rPr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34125357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WEEK 2 OVERVIEW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The foundation comes before the tactics.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This week connects brand decisions with customer research and campaign goals.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WEEK 2 ROADMAP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Section 1: The Foundation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Section 2: The Brand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Section 3: The Customer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Section 4: Digital Marketing Campaign Goals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1: THE FOUNDATION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Brand, customer, and goals form the base of the strategy.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FOUNDATION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AAE8D29-FE4E-8206-3418-E2FEA3E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69" y="2042736"/>
            <a:ext cx="3626350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pex New Book"/>
                <a:ea typeface="Apex New Book"/>
                <a:cs typeface="Apex New Book"/>
              </a:rPr>
              <a:t>Before choosing tactics, define what the organization stands for, who the customer is, and what the campaign must accomplish.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616c899874dc8"/>
          <a:stretch xmlns:a="http://schemas.openxmlformats.org/drawingml/2006/main"/>
        </p:blipFill>
        <p:spPr>
          <a:xfrm xmlns:a="http://schemas.openxmlformats.org/drawingml/2006/main">
            <a:off x="6000750" y="1012031"/>
            <a:ext cx="5619750" cy="42148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THE FOUNDATION GUIDES EVERY CHANNEL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Brand clarity shapes the message.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Customer insight shapes the experience.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Campaign goals define what success looks like.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SECTION 2: THE BRAND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Mission, positioning, and identity clarify what the brand represents.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9087193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MISSION STATEMENT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The mission explains why the organization exists and what it seeks to contribute.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It guides content, messages, and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POSITIONING STATEMENT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For [target audience], [product or service] is [concise description]. It is ideal for [best use or application] because [primary benefit or differentiation].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UNIQUE SELLING PROPOSITION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A unique selling proposition states the benefit that sets the product apart in language the customer understands.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BRAND IDENTITY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AAE8D29-FE4E-8206-3418-E2FEA3E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69" y="2042736"/>
            <a:ext cx="3626350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pex New Book"/>
                <a:ea typeface="Apex New Book"/>
                <a:cs typeface="Apex New Book"/>
              </a:rPr>
              <a:t>Brand identity describes what the company creates and communicates.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Brand image reflects what people actually think and believe.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d6d45c25a4410"/>
          <a:stretch xmlns:a="http://schemas.openxmlformats.org/drawingml/2006/main"/>
        </p:blipFill>
        <p:spPr>
          <a:xfrm xmlns:a="http://schemas.openxmlformats.org/drawingml/2006/main">
            <a:off x="5715000" y="881063"/>
            <a:ext cx="590550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3: THE CUSTOMER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Research defines the customer and maps the path to purchase.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BUYER PERSONA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AAE8D29-FE4E-8206-3418-E2FEA3E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69" y="2042736"/>
            <a:ext cx="362635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pex New Book"/>
                <a:ea typeface="Apex New Book"/>
                <a:cs typeface="Apex New Book"/>
              </a:rPr>
              <a:t>A buyer persona combines target-market research into a vivid picture of the ideal customer.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latin typeface="Apex New Book"/>
                <a:ea typeface="Apex New Book"/>
                <a:cs typeface="Apex New Book"/>
              </a:rPr>
              <a:t>It includes needs, pain points, objections, habits, and media behavior.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4573861334c0d"/>
          <a:stretch xmlns:a="http://schemas.openxmlformats.org/drawingml/2006/main"/>
        </p:blipFill>
        <p:spPr>
          <a:xfrm xmlns:a="http://schemas.openxmlformats.org/drawingml/2006/main">
            <a:off x="6000750" y="1012031"/>
            <a:ext cx="5619750" cy="42148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5980670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a4d5d50284203"/>
          <a:stretch xmlns:a="http://schemas.openxmlformats.org/drawingml/2006/main"/>
        </p:blipFill>
        <p:spPr>
          <a:xfrm xmlns:a="http://schemas.openxmlformats.org/drawingml/2006/main">
            <a:off x="4905375" y="1452563"/>
            <a:ext cx="6667500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5980670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 MAP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16d44cd444d41"/>
          <a:stretch xmlns:a="http://schemas.openxmlformats.org/drawingml/2006/main"/>
        </p:blipFill>
        <p:spPr>
          <a:xfrm xmlns:a="http://schemas.openxmlformats.org/drawingml/2006/main">
            <a:off x="5738813" y="619125"/>
            <a:ext cx="5000625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2377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4: CAMPAIGN GOALS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The desired outcome determines the strategy and tactics.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6A4120-A6E9-C201-2822-99E980D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6" y="430118"/>
            <a:ext cx="10625199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chemeClr val="accent2"/>
                </a:solidFill>
                <a:latin typeface="Century Gothic"/>
                <a:ea typeface="Century Gothic"/>
                <a:cs typeface="Century Gothic"/>
              </a:rPr>
              <a:t>DIGITAL MARKETING CAMPAIGN GOALS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38" y="3611687"/>
            <a:ext cx="6722075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ex New Light"/>
                <a:ea typeface="Apex New Light"/>
                <a:cs typeface="Apex New Light"/>
              </a:rPr>
              <a:t>Common goals include awareness, recall, sales, traffic, positioning, credibility, leads, relationships, and communicating value.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The right goal depends on the organization, audience, market, and product life-cycle stage.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THE FOUNDATION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Brand clarity, customer insight, and the right campaign goal guide every channel and tactic.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1556503"/>
      </p:ext>
    </p:extLst>
  </p:cSld>
</p:sld>
</file>

<file path=ppt/theme/theme1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2026-09-10T20:44:18.4260000Z</dcterms:created>
  <dcterms:modified xsi:type="dcterms:W3CDTF">2026-09-10T20:44:18.4260000Z</dcterms:modified>
</coreProperties>
</file>